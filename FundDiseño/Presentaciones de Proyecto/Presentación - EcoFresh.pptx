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jpg" ContentType="image/jp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</p:sldIdLst>
  <p:sldSz cx="18288000" cy="10287000"/>
  <p:notesSz cx="18288000" cy="10287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71600" y="3188970"/>
            <a:ext cx="15544800" cy="21602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7200" b="0" i="0">
                <a:solidFill>
                  <a:srgbClr val="F0F4F4"/>
                </a:solidFill>
                <a:latin typeface="Georgia"/>
                <a:cs typeface="Georgi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2B4E4E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7" name="bg 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991600" y="666750"/>
            <a:ext cx="9296399" cy="962024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7200" b="0" i="0">
                <a:solidFill>
                  <a:srgbClr val="F0F4F4"/>
                </a:solidFill>
                <a:latin typeface="Georgia"/>
                <a:cs typeface="Georgi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7200" b="0" i="0">
                <a:solidFill>
                  <a:srgbClr val="F0F4F4"/>
                </a:solidFill>
                <a:latin typeface="Georgia"/>
                <a:cs typeface="Georgi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2B4E4E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7" name="bg 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991600" y="1562100"/>
            <a:ext cx="8629649" cy="872489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7200" b="0" i="0">
                <a:solidFill>
                  <a:srgbClr val="F0F4F4"/>
                </a:solidFill>
                <a:latin typeface="Georgia"/>
                <a:cs typeface="Georgi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F0F4F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2B4E4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016000" y="4287912"/>
            <a:ext cx="6748145" cy="21228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7200" b="0" i="0">
                <a:solidFill>
                  <a:srgbClr val="F0F4F4"/>
                </a:solidFill>
                <a:latin typeface="Georgia"/>
                <a:cs typeface="Georgi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4400" y="2366010"/>
            <a:ext cx="1645920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.jp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1285" rIns="0" bIns="0" rtlCol="0" vert="horz">
            <a:spAutoFit/>
          </a:bodyPr>
          <a:lstStyle/>
          <a:p>
            <a:pPr marL="12700" marR="5080">
              <a:lnSpc>
                <a:spcPts val="7880"/>
              </a:lnSpc>
              <a:spcBef>
                <a:spcPts val="955"/>
              </a:spcBef>
            </a:pPr>
            <a:r>
              <a:rPr dirty="0" spc="-455"/>
              <a:t>Mini</a:t>
            </a:r>
            <a:r>
              <a:rPr dirty="0" spc="-265"/>
              <a:t> </a:t>
            </a:r>
            <a:r>
              <a:rPr dirty="0" spc="-525"/>
              <a:t>Refrigeradora </a:t>
            </a:r>
            <a:r>
              <a:rPr dirty="0" spc="-450"/>
              <a:t>Inteligente</a:t>
            </a:r>
          </a:p>
        </p:txBody>
      </p:sp>
      <p:sp>
        <p:nvSpPr>
          <p:cNvPr id="3" name="object 3" descr=""/>
          <p:cNvSpPr/>
          <p:nvPr/>
        </p:nvSpPr>
        <p:spPr>
          <a:xfrm>
            <a:off x="666749" y="1263650"/>
            <a:ext cx="16954500" cy="0"/>
          </a:xfrm>
          <a:custGeom>
            <a:avLst/>
            <a:gdLst/>
            <a:ahLst/>
            <a:cxnLst/>
            <a:rect l="l" t="t" r="r" b="b"/>
            <a:pathLst>
              <a:path w="16954500" h="0">
                <a:moveTo>
                  <a:pt x="0" y="0"/>
                </a:moveTo>
                <a:lnTo>
                  <a:pt x="16954498" y="0"/>
                </a:lnTo>
              </a:path>
            </a:pathLst>
          </a:custGeom>
          <a:ln w="9524">
            <a:solidFill>
              <a:srgbClr val="F0F4F4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 txBox="1"/>
          <p:nvPr/>
        </p:nvSpPr>
        <p:spPr>
          <a:xfrm>
            <a:off x="654049" y="642620"/>
            <a:ext cx="1419225" cy="3454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100" spc="-185" b="1">
                <a:solidFill>
                  <a:srgbClr val="F0F4F4"/>
                </a:solidFill>
                <a:latin typeface="Verdana"/>
                <a:cs typeface="Verdana"/>
              </a:rPr>
              <a:t>ECOFRESH</a:t>
            </a:r>
            <a:endParaRPr sz="21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016000" y="1280172"/>
            <a:ext cx="4346575" cy="4658360"/>
          </a:xfrm>
          <a:prstGeom prst="rect">
            <a:avLst/>
          </a:prstGeom>
        </p:spPr>
        <p:txBody>
          <a:bodyPr wrap="square" lIns="0" tIns="29209" rIns="0" bIns="0" rtlCol="0" vert="horz">
            <a:spAutoFit/>
          </a:bodyPr>
          <a:lstStyle/>
          <a:p>
            <a:pPr marL="12700" marR="5080" indent="88265">
              <a:lnSpc>
                <a:spcPts val="4050"/>
              </a:lnSpc>
              <a:spcBef>
                <a:spcPts val="229"/>
              </a:spcBef>
            </a:pPr>
            <a:r>
              <a:rPr dirty="0" sz="3400" spc="-204">
                <a:solidFill>
                  <a:srgbClr val="2B4E4E"/>
                </a:solidFill>
                <a:latin typeface="Georgia"/>
                <a:cs typeface="Georgia"/>
              </a:rPr>
              <a:t>las</a:t>
            </a:r>
            <a:r>
              <a:rPr dirty="0" sz="3400" spc="-105">
                <a:solidFill>
                  <a:srgbClr val="2B4E4E"/>
                </a:solidFill>
                <a:latin typeface="Georgia"/>
                <a:cs typeface="Georgia"/>
              </a:rPr>
              <a:t> </a:t>
            </a:r>
            <a:r>
              <a:rPr dirty="0" sz="3400" spc="-160">
                <a:solidFill>
                  <a:srgbClr val="2B4E4E"/>
                </a:solidFill>
                <a:latin typeface="Georgia"/>
                <a:cs typeface="Georgia"/>
              </a:rPr>
              <a:t>refrigeradoras </a:t>
            </a:r>
            <a:r>
              <a:rPr dirty="0" sz="3400" spc="-220">
                <a:solidFill>
                  <a:srgbClr val="2B4E4E"/>
                </a:solidFill>
                <a:latin typeface="Georgia"/>
                <a:cs typeface="Georgia"/>
              </a:rPr>
              <a:t>convencionales:</a:t>
            </a:r>
            <a:r>
              <a:rPr dirty="0" sz="3400" spc="-105">
                <a:solidFill>
                  <a:srgbClr val="2B4E4E"/>
                </a:solidFill>
                <a:latin typeface="Georgia"/>
                <a:cs typeface="Georgia"/>
              </a:rPr>
              <a:t> </a:t>
            </a:r>
            <a:r>
              <a:rPr dirty="0" sz="3400" spc="-25">
                <a:solidFill>
                  <a:srgbClr val="2B4E4E"/>
                </a:solidFill>
                <a:latin typeface="Georgia"/>
                <a:cs typeface="Georgia"/>
              </a:rPr>
              <a:t>son </a:t>
            </a:r>
            <a:r>
              <a:rPr dirty="0" sz="3400" spc="-240">
                <a:solidFill>
                  <a:srgbClr val="2B4E4E"/>
                </a:solidFill>
                <a:latin typeface="Georgia"/>
                <a:cs typeface="Georgia"/>
              </a:rPr>
              <a:t>sistemas</a:t>
            </a:r>
            <a:r>
              <a:rPr dirty="0" sz="3400" spc="-100">
                <a:solidFill>
                  <a:srgbClr val="2B4E4E"/>
                </a:solidFill>
                <a:latin typeface="Georgia"/>
                <a:cs typeface="Georgia"/>
              </a:rPr>
              <a:t> </a:t>
            </a:r>
            <a:r>
              <a:rPr dirty="0" sz="3400" spc="-210">
                <a:solidFill>
                  <a:srgbClr val="2B4E4E"/>
                </a:solidFill>
                <a:latin typeface="Georgia"/>
                <a:cs typeface="Georgia"/>
              </a:rPr>
              <a:t>pasivos</a:t>
            </a:r>
            <a:r>
              <a:rPr dirty="0" sz="3400" spc="-100">
                <a:solidFill>
                  <a:srgbClr val="2B4E4E"/>
                </a:solidFill>
                <a:latin typeface="Georgia"/>
                <a:cs typeface="Georgia"/>
              </a:rPr>
              <a:t> </a:t>
            </a:r>
            <a:r>
              <a:rPr dirty="0" sz="3400" spc="-254">
                <a:solidFill>
                  <a:srgbClr val="2B4E4E"/>
                </a:solidFill>
                <a:latin typeface="Georgia"/>
                <a:cs typeface="Georgia"/>
              </a:rPr>
              <a:t>que</a:t>
            </a:r>
            <a:r>
              <a:rPr dirty="0" sz="3400" spc="-100">
                <a:solidFill>
                  <a:srgbClr val="2B4E4E"/>
                </a:solidFill>
                <a:latin typeface="Georgia"/>
                <a:cs typeface="Georgia"/>
              </a:rPr>
              <a:t> </a:t>
            </a:r>
            <a:r>
              <a:rPr dirty="0" sz="3400" spc="-290">
                <a:solidFill>
                  <a:srgbClr val="2B4E4E"/>
                </a:solidFill>
                <a:latin typeface="Georgia"/>
                <a:cs typeface="Georgia"/>
              </a:rPr>
              <a:t>no </a:t>
            </a:r>
            <a:r>
              <a:rPr dirty="0" sz="3400" spc="-260">
                <a:solidFill>
                  <a:srgbClr val="2B4E4E"/>
                </a:solidFill>
                <a:latin typeface="Georgia"/>
                <a:cs typeface="Georgia"/>
              </a:rPr>
              <a:t>monitorean</a:t>
            </a:r>
            <a:r>
              <a:rPr dirty="0" sz="3400" spc="-95">
                <a:solidFill>
                  <a:srgbClr val="2B4E4E"/>
                </a:solidFill>
                <a:latin typeface="Georgia"/>
                <a:cs typeface="Georgia"/>
              </a:rPr>
              <a:t> </a:t>
            </a:r>
            <a:r>
              <a:rPr dirty="0" sz="3400" spc="-145">
                <a:solidFill>
                  <a:srgbClr val="2B4E4E"/>
                </a:solidFill>
                <a:latin typeface="Georgia"/>
                <a:cs typeface="Georgia"/>
              </a:rPr>
              <a:t>temperatura, </a:t>
            </a:r>
            <a:r>
              <a:rPr dirty="0" sz="3400" spc="-285">
                <a:solidFill>
                  <a:srgbClr val="2B4E4E"/>
                </a:solidFill>
                <a:latin typeface="Georgia"/>
                <a:cs typeface="Georgia"/>
              </a:rPr>
              <a:t>humedad</a:t>
            </a:r>
            <a:r>
              <a:rPr dirty="0" sz="3400" spc="-100">
                <a:solidFill>
                  <a:srgbClr val="2B4E4E"/>
                </a:solidFill>
                <a:latin typeface="Georgia"/>
                <a:cs typeface="Georgia"/>
              </a:rPr>
              <a:t> </a:t>
            </a:r>
            <a:r>
              <a:rPr dirty="0" sz="3400" spc="-225">
                <a:solidFill>
                  <a:srgbClr val="2B4E4E"/>
                </a:solidFill>
                <a:latin typeface="Georgia"/>
                <a:cs typeface="Georgia"/>
              </a:rPr>
              <a:t>ni</a:t>
            </a:r>
            <a:r>
              <a:rPr dirty="0" sz="3400" spc="-100">
                <a:solidFill>
                  <a:srgbClr val="2B4E4E"/>
                </a:solidFill>
                <a:latin typeface="Georgia"/>
                <a:cs typeface="Georgia"/>
              </a:rPr>
              <a:t> </a:t>
            </a:r>
            <a:r>
              <a:rPr dirty="0" sz="3400" spc="-229">
                <a:solidFill>
                  <a:srgbClr val="2B4E4E"/>
                </a:solidFill>
                <a:latin typeface="Georgia"/>
                <a:cs typeface="Georgia"/>
              </a:rPr>
              <a:t>calidad</a:t>
            </a:r>
            <a:r>
              <a:rPr dirty="0" sz="3400" spc="-100">
                <a:solidFill>
                  <a:srgbClr val="2B4E4E"/>
                </a:solidFill>
                <a:latin typeface="Georgia"/>
                <a:cs typeface="Georgia"/>
              </a:rPr>
              <a:t> </a:t>
            </a:r>
            <a:r>
              <a:rPr dirty="0" sz="3400" spc="-25">
                <a:solidFill>
                  <a:srgbClr val="2B4E4E"/>
                </a:solidFill>
                <a:latin typeface="Georgia"/>
                <a:cs typeface="Georgia"/>
              </a:rPr>
              <a:t>del </a:t>
            </a:r>
            <a:r>
              <a:rPr dirty="0" sz="3400" spc="-204">
                <a:solidFill>
                  <a:srgbClr val="2B4E4E"/>
                </a:solidFill>
                <a:latin typeface="Georgia"/>
                <a:cs typeface="Georgia"/>
              </a:rPr>
              <a:t>aire,</a:t>
            </a:r>
            <a:r>
              <a:rPr dirty="0" sz="3400" spc="-105">
                <a:solidFill>
                  <a:srgbClr val="2B4E4E"/>
                </a:solidFill>
                <a:latin typeface="Georgia"/>
                <a:cs typeface="Georgia"/>
              </a:rPr>
              <a:t> </a:t>
            </a:r>
            <a:r>
              <a:rPr dirty="0" sz="3400" spc="-235">
                <a:solidFill>
                  <a:srgbClr val="2B4E4E"/>
                </a:solidFill>
                <a:latin typeface="Georgia"/>
                <a:cs typeface="Georgia"/>
              </a:rPr>
              <a:t>por</a:t>
            </a:r>
            <a:r>
              <a:rPr dirty="0" sz="3400" spc="-100">
                <a:solidFill>
                  <a:srgbClr val="2B4E4E"/>
                </a:solidFill>
                <a:latin typeface="Georgia"/>
                <a:cs typeface="Georgia"/>
              </a:rPr>
              <a:t> </a:t>
            </a:r>
            <a:r>
              <a:rPr dirty="0" sz="3400" spc="-195">
                <a:solidFill>
                  <a:srgbClr val="2B4E4E"/>
                </a:solidFill>
                <a:latin typeface="Georgia"/>
                <a:cs typeface="Georgia"/>
              </a:rPr>
              <a:t>lo</a:t>
            </a:r>
            <a:r>
              <a:rPr dirty="0" sz="3400" spc="-100">
                <a:solidFill>
                  <a:srgbClr val="2B4E4E"/>
                </a:solidFill>
                <a:latin typeface="Georgia"/>
                <a:cs typeface="Georgia"/>
              </a:rPr>
              <a:t> </a:t>
            </a:r>
            <a:r>
              <a:rPr dirty="0" sz="3400" spc="-254">
                <a:solidFill>
                  <a:srgbClr val="2B4E4E"/>
                </a:solidFill>
                <a:latin typeface="Georgia"/>
                <a:cs typeface="Georgia"/>
              </a:rPr>
              <a:t>que</a:t>
            </a:r>
            <a:r>
              <a:rPr dirty="0" sz="3400" spc="-105">
                <a:solidFill>
                  <a:srgbClr val="2B4E4E"/>
                </a:solidFill>
                <a:latin typeface="Georgia"/>
                <a:cs typeface="Georgia"/>
              </a:rPr>
              <a:t> </a:t>
            </a:r>
            <a:r>
              <a:rPr dirty="0" sz="3400" spc="-265">
                <a:solidFill>
                  <a:srgbClr val="2B4E4E"/>
                </a:solidFill>
                <a:latin typeface="Georgia"/>
                <a:cs typeface="Georgia"/>
              </a:rPr>
              <a:t>no</a:t>
            </a:r>
            <a:r>
              <a:rPr dirty="0" sz="3400" spc="-100">
                <a:solidFill>
                  <a:srgbClr val="2B4E4E"/>
                </a:solidFill>
                <a:latin typeface="Georgia"/>
                <a:cs typeface="Georgia"/>
              </a:rPr>
              <a:t> </a:t>
            </a:r>
            <a:r>
              <a:rPr dirty="0" sz="3400" spc="-120">
                <a:solidFill>
                  <a:srgbClr val="2B4E4E"/>
                </a:solidFill>
                <a:latin typeface="Georgia"/>
                <a:cs typeface="Georgia"/>
              </a:rPr>
              <a:t>alertan </a:t>
            </a:r>
            <a:r>
              <a:rPr dirty="0" sz="3400" spc="-254">
                <a:solidFill>
                  <a:srgbClr val="2B4E4E"/>
                </a:solidFill>
                <a:latin typeface="Georgia"/>
                <a:cs typeface="Georgia"/>
              </a:rPr>
              <a:t>cuando</a:t>
            </a:r>
            <a:r>
              <a:rPr dirty="0" sz="3400" spc="-90">
                <a:solidFill>
                  <a:srgbClr val="2B4E4E"/>
                </a:solidFill>
                <a:latin typeface="Georgia"/>
                <a:cs typeface="Georgia"/>
              </a:rPr>
              <a:t> </a:t>
            </a:r>
            <a:r>
              <a:rPr dirty="0" sz="3400" spc="-225">
                <a:solidFill>
                  <a:srgbClr val="2B4E4E"/>
                </a:solidFill>
                <a:latin typeface="Georgia"/>
                <a:cs typeface="Georgia"/>
              </a:rPr>
              <a:t>algo</a:t>
            </a:r>
            <a:r>
              <a:rPr dirty="0" sz="3400" spc="-90">
                <a:solidFill>
                  <a:srgbClr val="2B4E4E"/>
                </a:solidFill>
                <a:latin typeface="Georgia"/>
                <a:cs typeface="Georgia"/>
              </a:rPr>
              <a:t> </a:t>
            </a:r>
            <a:r>
              <a:rPr dirty="0" sz="3400" spc="-190">
                <a:solidFill>
                  <a:srgbClr val="2B4E4E"/>
                </a:solidFill>
                <a:latin typeface="Georgia"/>
                <a:cs typeface="Georgia"/>
              </a:rPr>
              <a:t>falla.</a:t>
            </a:r>
            <a:r>
              <a:rPr dirty="0" sz="3400" spc="-90">
                <a:solidFill>
                  <a:srgbClr val="2B4E4E"/>
                </a:solidFill>
                <a:latin typeface="Georgia"/>
                <a:cs typeface="Georgia"/>
              </a:rPr>
              <a:t> </a:t>
            </a:r>
            <a:r>
              <a:rPr dirty="0" sz="3400" spc="-20">
                <a:solidFill>
                  <a:srgbClr val="2B4E4E"/>
                </a:solidFill>
                <a:latin typeface="Georgia"/>
                <a:cs typeface="Georgia"/>
              </a:rPr>
              <a:t>Esto </a:t>
            </a:r>
            <a:r>
              <a:rPr dirty="0" sz="3400" spc="-235">
                <a:solidFill>
                  <a:srgbClr val="2B4E4E"/>
                </a:solidFill>
                <a:latin typeface="Georgia"/>
                <a:cs typeface="Georgia"/>
              </a:rPr>
              <a:t>provoca</a:t>
            </a:r>
            <a:r>
              <a:rPr dirty="0" sz="3400" spc="-90">
                <a:solidFill>
                  <a:srgbClr val="2B4E4E"/>
                </a:solidFill>
                <a:latin typeface="Georgia"/>
                <a:cs typeface="Georgia"/>
              </a:rPr>
              <a:t> </a:t>
            </a:r>
            <a:r>
              <a:rPr dirty="0" sz="3400" spc="-254">
                <a:solidFill>
                  <a:srgbClr val="2B4E4E"/>
                </a:solidFill>
                <a:latin typeface="Georgia"/>
                <a:cs typeface="Georgia"/>
              </a:rPr>
              <a:t>que</a:t>
            </a:r>
            <a:r>
              <a:rPr dirty="0" sz="3400" spc="-85">
                <a:solidFill>
                  <a:srgbClr val="2B4E4E"/>
                </a:solidFill>
                <a:latin typeface="Georgia"/>
                <a:cs typeface="Georgia"/>
              </a:rPr>
              <a:t> </a:t>
            </a:r>
            <a:r>
              <a:rPr dirty="0" sz="3400" spc="-200">
                <a:solidFill>
                  <a:srgbClr val="2B4E4E"/>
                </a:solidFill>
                <a:latin typeface="Georgia"/>
                <a:cs typeface="Georgia"/>
              </a:rPr>
              <a:t>los</a:t>
            </a:r>
            <a:r>
              <a:rPr dirty="0" sz="3400" spc="-85">
                <a:solidFill>
                  <a:srgbClr val="2B4E4E"/>
                </a:solidFill>
                <a:latin typeface="Georgia"/>
                <a:cs typeface="Georgia"/>
              </a:rPr>
              <a:t> </a:t>
            </a:r>
            <a:r>
              <a:rPr dirty="0" sz="3400" spc="-204">
                <a:solidFill>
                  <a:srgbClr val="2B4E4E"/>
                </a:solidFill>
                <a:latin typeface="Georgia"/>
                <a:cs typeface="Georgia"/>
              </a:rPr>
              <a:t>alimentos </a:t>
            </a:r>
            <a:r>
              <a:rPr dirty="0" sz="3400" spc="-229">
                <a:solidFill>
                  <a:srgbClr val="2B4E4E"/>
                </a:solidFill>
                <a:latin typeface="Georgia"/>
                <a:cs typeface="Georgia"/>
              </a:rPr>
              <a:t>se</a:t>
            </a:r>
            <a:r>
              <a:rPr dirty="0" sz="3400" spc="-120">
                <a:solidFill>
                  <a:srgbClr val="2B4E4E"/>
                </a:solidFill>
                <a:latin typeface="Georgia"/>
                <a:cs typeface="Georgia"/>
              </a:rPr>
              <a:t> </a:t>
            </a:r>
            <a:r>
              <a:rPr dirty="0" sz="3400" spc="-235">
                <a:solidFill>
                  <a:srgbClr val="2B4E4E"/>
                </a:solidFill>
                <a:latin typeface="Georgia"/>
                <a:cs typeface="Georgia"/>
              </a:rPr>
              <a:t>deterioren</a:t>
            </a:r>
            <a:r>
              <a:rPr dirty="0" sz="3400" spc="-114">
                <a:solidFill>
                  <a:srgbClr val="2B4E4E"/>
                </a:solidFill>
                <a:latin typeface="Georgia"/>
                <a:cs typeface="Georgia"/>
              </a:rPr>
              <a:t> </a:t>
            </a:r>
            <a:r>
              <a:rPr dirty="0" sz="3400" spc="-265">
                <a:solidFill>
                  <a:srgbClr val="2B4E4E"/>
                </a:solidFill>
                <a:latin typeface="Georgia"/>
                <a:cs typeface="Georgia"/>
              </a:rPr>
              <a:t>rápidamente</a:t>
            </a:r>
            <a:endParaRPr sz="3400">
              <a:latin typeface="Georgia"/>
              <a:cs typeface="Georgia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10721974" y="8487410"/>
            <a:ext cx="6748145" cy="11398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6100"/>
              </a:lnSpc>
              <a:spcBef>
                <a:spcPts val="100"/>
              </a:spcBef>
            </a:pPr>
            <a:r>
              <a:rPr dirty="0" sz="2100" spc="-130">
                <a:solidFill>
                  <a:srgbClr val="2B4E4E"/>
                </a:solidFill>
                <a:latin typeface="Verdana"/>
                <a:cs typeface="Verdana"/>
              </a:rPr>
              <a:t>Cada</a:t>
            </a:r>
            <a:r>
              <a:rPr dirty="0" sz="2100" spc="-254">
                <a:solidFill>
                  <a:srgbClr val="2B4E4E"/>
                </a:solidFill>
                <a:latin typeface="Verdana"/>
                <a:cs typeface="Verdana"/>
              </a:rPr>
              <a:t> </a:t>
            </a:r>
            <a:r>
              <a:rPr dirty="0" sz="2100" spc="-195">
                <a:solidFill>
                  <a:srgbClr val="2B4E4E"/>
                </a:solidFill>
                <a:latin typeface="Verdana"/>
                <a:cs typeface="Verdana"/>
              </a:rPr>
              <a:t>año,</a:t>
            </a:r>
            <a:r>
              <a:rPr dirty="0" sz="2100" spc="-250">
                <a:solidFill>
                  <a:srgbClr val="2B4E4E"/>
                </a:solidFill>
                <a:latin typeface="Verdana"/>
                <a:cs typeface="Verdana"/>
              </a:rPr>
              <a:t> </a:t>
            </a:r>
            <a:r>
              <a:rPr dirty="0" sz="2100" spc="-95">
                <a:solidFill>
                  <a:srgbClr val="2B4E4E"/>
                </a:solidFill>
                <a:latin typeface="Verdana"/>
                <a:cs typeface="Verdana"/>
              </a:rPr>
              <a:t>el</a:t>
            </a:r>
            <a:r>
              <a:rPr dirty="0" sz="2100" spc="-250">
                <a:solidFill>
                  <a:srgbClr val="2B4E4E"/>
                </a:solidFill>
                <a:latin typeface="Verdana"/>
                <a:cs typeface="Verdana"/>
              </a:rPr>
              <a:t> </a:t>
            </a:r>
            <a:r>
              <a:rPr dirty="0" sz="2100" spc="-655" b="1">
                <a:solidFill>
                  <a:srgbClr val="2B4E4E"/>
                </a:solidFill>
                <a:latin typeface="Verdana"/>
                <a:cs typeface="Verdana"/>
              </a:rPr>
              <a:t>13%</a:t>
            </a:r>
            <a:r>
              <a:rPr dirty="0" sz="2100" spc="-204" b="1">
                <a:solidFill>
                  <a:srgbClr val="2B4E4E"/>
                </a:solidFill>
                <a:latin typeface="Verdana"/>
                <a:cs typeface="Verdana"/>
              </a:rPr>
              <a:t> </a:t>
            </a:r>
            <a:r>
              <a:rPr dirty="0" sz="2100" spc="-180" b="1">
                <a:solidFill>
                  <a:srgbClr val="2B4E4E"/>
                </a:solidFill>
                <a:latin typeface="Verdana"/>
                <a:cs typeface="Verdana"/>
              </a:rPr>
              <a:t>de</a:t>
            </a:r>
            <a:r>
              <a:rPr dirty="0" sz="2100" spc="-204" b="1">
                <a:solidFill>
                  <a:srgbClr val="2B4E4E"/>
                </a:solidFill>
                <a:latin typeface="Verdana"/>
                <a:cs typeface="Verdana"/>
              </a:rPr>
              <a:t> </a:t>
            </a:r>
            <a:r>
              <a:rPr dirty="0" sz="2100" spc="-185" b="1">
                <a:solidFill>
                  <a:srgbClr val="2B4E4E"/>
                </a:solidFill>
                <a:latin typeface="Verdana"/>
                <a:cs typeface="Verdana"/>
              </a:rPr>
              <a:t>los</a:t>
            </a:r>
            <a:r>
              <a:rPr dirty="0" sz="2100" spc="-204" b="1">
                <a:solidFill>
                  <a:srgbClr val="2B4E4E"/>
                </a:solidFill>
                <a:latin typeface="Verdana"/>
                <a:cs typeface="Verdana"/>
              </a:rPr>
              <a:t> </a:t>
            </a:r>
            <a:r>
              <a:rPr dirty="0" sz="2100" spc="-220" b="1">
                <a:solidFill>
                  <a:srgbClr val="2B4E4E"/>
                </a:solidFill>
                <a:latin typeface="Verdana"/>
                <a:cs typeface="Verdana"/>
              </a:rPr>
              <a:t>alimentos</a:t>
            </a:r>
            <a:r>
              <a:rPr dirty="0" sz="2100" spc="-229" b="1">
                <a:solidFill>
                  <a:srgbClr val="2B4E4E"/>
                </a:solidFill>
                <a:latin typeface="Verdana"/>
                <a:cs typeface="Verdana"/>
              </a:rPr>
              <a:t> </a:t>
            </a:r>
            <a:r>
              <a:rPr dirty="0" sz="2100" spc="-105">
                <a:solidFill>
                  <a:srgbClr val="2B4E4E"/>
                </a:solidFill>
                <a:latin typeface="Verdana"/>
                <a:cs typeface="Verdana"/>
              </a:rPr>
              <a:t>se</a:t>
            </a:r>
            <a:r>
              <a:rPr dirty="0" sz="2100" spc="-250">
                <a:solidFill>
                  <a:srgbClr val="2B4E4E"/>
                </a:solidFill>
                <a:latin typeface="Verdana"/>
                <a:cs typeface="Verdana"/>
              </a:rPr>
              <a:t> </a:t>
            </a:r>
            <a:r>
              <a:rPr dirty="0" sz="2100" spc="-125">
                <a:solidFill>
                  <a:srgbClr val="2B4E4E"/>
                </a:solidFill>
                <a:latin typeface="Verdana"/>
                <a:cs typeface="Verdana"/>
              </a:rPr>
              <a:t>pierden</a:t>
            </a:r>
            <a:r>
              <a:rPr dirty="0" sz="2100" spc="-254">
                <a:solidFill>
                  <a:srgbClr val="2B4E4E"/>
                </a:solidFill>
                <a:latin typeface="Verdana"/>
                <a:cs typeface="Verdana"/>
              </a:rPr>
              <a:t> </a:t>
            </a:r>
            <a:r>
              <a:rPr dirty="0" sz="2100" spc="-95">
                <a:solidFill>
                  <a:srgbClr val="2B4E4E"/>
                </a:solidFill>
                <a:latin typeface="Verdana"/>
                <a:cs typeface="Verdana"/>
              </a:rPr>
              <a:t>debido</a:t>
            </a:r>
            <a:r>
              <a:rPr dirty="0" sz="2100" spc="-250">
                <a:solidFill>
                  <a:srgbClr val="2B4E4E"/>
                </a:solidFill>
                <a:latin typeface="Verdana"/>
                <a:cs typeface="Verdana"/>
              </a:rPr>
              <a:t> </a:t>
            </a:r>
            <a:r>
              <a:rPr dirty="0" sz="2100" spc="-185">
                <a:solidFill>
                  <a:srgbClr val="2B4E4E"/>
                </a:solidFill>
                <a:latin typeface="Verdana"/>
                <a:cs typeface="Verdana"/>
              </a:rPr>
              <a:t>a</a:t>
            </a:r>
            <a:r>
              <a:rPr dirty="0" sz="2100" spc="-250">
                <a:solidFill>
                  <a:srgbClr val="2B4E4E"/>
                </a:solidFill>
                <a:latin typeface="Verdana"/>
                <a:cs typeface="Verdana"/>
              </a:rPr>
              <a:t> </a:t>
            </a:r>
            <a:r>
              <a:rPr dirty="0" sz="2100" spc="-25">
                <a:solidFill>
                  <a:srgbClr val="2B4E4E"/>
                </a:solidFill>
                <a:latin typeface="Verdana"/>
                <a:cs typeface="Verdana"/>
              </a:rPr>
              <a:t>la </a:t>
            </a:r>
            <a:r>
              <a:rPr dirty="0" sz="2100" spc="-190">
                <a:solidFill>
                  <a:srgbClr val="2B4E4E"/>
                </a:solidFill>
                <a:latin typeface="Verdana"/>
                <a:cs typeface="Verdana"/>
              </a:rPr>
              <a:t>mala</a:t>
            </a:r>
            <a:r>
              <a:rPr dirty="0" sz="2100" spc="-240">
                <a:solidFill>
                  <a:srgbClr val="2B4E4E"/>
                </a:solidFill>
                <a:latin typeface="Verdana"/>
                <a:cs typeface="Verdana"/>
              </a:rPr>
              <a:t> </a:t>
            </a:r>
            <a:r>
              <a:rPr dirty="0" sz="2100" spc="-135">
                <a:solidFill>
                  <a:srgbClr val="2B4E4E"/>
                </a:solidFill>
                <a:latin typeface="Verdana"/>
                <a:cs typeface="Verdana"/>
              </a:rPr>
              <a:t>conservación,</a:t>
            </a:r>
            <a:r>
              <a:rPr dirty="0" sz="2100" spc="-235">
                <a:solidFill>
                  <a:srgbClr val="2B4E4E"/>
                </a:solidFill>
                <a:latin typeface="Verdana"/>
                <a:cs typeface="Verdana"/>
              </a:rPr>
              <a:t> </a:t>
            </a:r>
            <a:r>
              <a:rPr dirty="0" sz="2100" spc="-105">
                <a:solidFill>
                  <a:srgbClr val="2B4E4E"/>
                </a:solidFill>
                <a:latin typeface="Verdana"/>
                <a:cs typeface="Verdana"/>
              </a:rPr>
              <a:t>lo</a:t>
            </a:r>
            <a:r>
              <a:rPr dirty="0" sz="2100" spc="-235">
                <a:solidFill>
                  <a:srgbClr val="2B4E4E"/>
                </a:solidFill>
                <a:latin typeface="Verdana"/>
                <a:cs typeface="Verdana"/>
              </a:rPr>
              <a:t> </a:t>
            </a:r>
            <a:r>
              <a:rPr dirty="0" sz="2100" spc="-114">
                <a:solidFill>
                  <a:srgbClr val="2B4E4E"/>
                </a:solidFill>
                <a:latin typeface="Verdana"/>
                <a:cs typeface="Verdana"/>
              </a:rPr>
              <a:t>que</a:t>
            </a:r>
            <a:r>
              <a:rPr dirty="0" sz="2100" spc="-235">
                <a:solidFill>
                  <a:srgbClr val="2B4E4E"/>
                </a:solidFill>
                <a:latin typeface="Verdana"/>
                <a:cs typeface="Verdana"/>
              </a:rPr>
              <a:t> </a:t>
            </a:r>
            <a:r>
              <a:rPr dirty="0" sz="2100" spc="-135">
                <a:solidFill>
                  <a:srgbClr val="2B4E4E"/>
                </a:solidFill>
                <a:latin typeface="Verdana"/>
                <a:cs typeface="Verdana"/>
              </a:rPr>
              <a:t>impacta</a:t>
            </a:r>
            <a:r>
              <a:rPr dirty="0" sz="2100" spc="-235">
                <a:solidFill>
                  <a:srgbClr val="2B4E4E"/>
                </a:solidFill>
                <a:latin typeface="Verdana"/>
                <a:cs typeface="Verdana"/>
              </a:rPr>
              <a:t> </a:t>
            </a:r>
            <a:r>
              <a:rPr dirty="0" sz="2100" spc="-145">
                <a:solidFill>
                  <a:srgbClr val="2B4E4E"/>
                </a:solidFill>
                <a:latin typeface="Verdana"/>
                <a:cs typeface="Verdana"/>
              </a:rPr>
              <a:t>negativamente</a:t>
            </a:r>
            <a:r>
              <a:rPr dirty="0" sz="2100" spc="-235">
                <a:solidFill>
                  <a:srgbClr val="2B4E4E"/>
                </a:solidFill>
                <a:latin typeface="Verdana"/>
                <a:cs typeface="Verdana"/>
              </a:rPr>
              <a:t> </a:t>
            </a:r>
            <a:r>
              <a:rPr dirty="0" sz="2100" spc="-130">
                <a:solidFill>
                  <a:srgbClr val="2B4E4E"/>
                </a:solidFill>
                <a:latin typeface="Verdana"/>
                <a:cs typeface="Verdana"/>
              </a:rPr>
              <a:t>en</a:t>
            </a:r>
            <a:r>
              <a:rPr dirty="0" sz="2100" spc="-235">
                <a:solidFill>
                  <a:srgbClr val="2B4E4E"/>
                </a:solidFill>
                <a:latin typeface="Verdana"/>
                <a:cs typeface="Verdana"/>
              </a:rPr>
              <a:t> </a:t>
            </a:r>
            <a:r>
              <a:rPr dirty="0" sz="2100" spc="-25">
                <a:solidFill>
                  <a:srgbClr val="2B4E4E"/>
                </a:solidFill>
                <a:latin typeface="Verdana"/>
                <a:cs typeface="Verdana"/>
              </a:rPr>
              <a:t>la </a:t>
            </a:r>
            <a:r>
              <a:rPr dirty="0" sz="2100" spc="-125">
                <a:solidFill>
                  <a:srgbClr val="2B4E4E"/>
                </a:solidFill>
                <a:latin typeface="Verdana"/>
                <a:cs typeface="Verdana"/>
              </a:rPr>
              <a:t>seguridad</a:t>
            </a:r>
            <a:r>
              <a:rPr dirty="0" sz="2100" spc="-225">
                <a:solidFill>
                  <a:srgbClr val="2B4E4E"/>
                </a:solidFill>
                <a:latin typeface="Verdana"/>
                <a:cs typeface="Verdana"/>
              </a:rPr>
              <a:t> </a:t>
            </a:r>
            <a:r>
              <a:rPr dirty="0" sz="2100" spc="-155">
                <a:solidFill>
                  <a:srgbClr val="2B4E4E"/>
                </a:solidFill>
                <a:latin typeface="Verdana"/>
                <a:cs typeface="Verdana"/>
              </a:rPr>
              <a:t>alimentaria</a:t>
            </a:r>
            <a:r>
              <a:rPr dirty="0" sz="2100" spc="-220">
                <a:solidFill>
                  <a:srgbClr val="2B4E4E"/>
                </a:solidFill>
                <a:latin typeface="Verdana"/>
                <a:cs typeface="Verdana"/>
              </a:rPr>
              <a:t> </a:t>
            </a:r>
            <a:r>
              <a:rPr dirty="0" sz="2100" spc="-10">
                <a:solidFill>
                  <a:srgbClr val="2B4E4E"/>
                </a:solidFill>
                <a:latin typeface="Verdana"/>
                <a:cs typeface="Verdana"/>
              </a:rPr>
              <a:t>global.</a:t>
            </a:r>
            <a:endParaRPr sz="2100">
              <a:latin typeface="Verdana"/>
              <a:cs typeface="Verdana"/>
            </a:endParaRPr>
          </a:p>
        </p:txBody>
      </p:sp>
      <p:sp>
        <p:nvSpPr>
          <p:cNvPr id="4" name="object 4" descr=""/>
          <p:cNvSpPr/>
          <p:nvPr/>
        </p:nvSpPr>
        <p:spPr>
          <a:xfrm>
            <a:off x="10734674" y="8374379"/>
            <a:ext cx="6886575" cy="0"/>
          </a:xfrm>
          <a:custGeom>
            <a:avLst/>
            <a:gdLst/>
            <a:ahLst/>
            <a:cxnLst/>
            <a:rect l="l" t="t" r="r" b="b"/>
            <a:pathLst>
              <a:path w="6886575" h="0">
                <a:moveTo>
                  <a:pt x="0" y="0"/>
                </a:moveTo>
                <a:lnTo>
                  <a:pt x="6886574" y="0"/>
                </a:lnTo>
              </a:path>
            </a:pathLst>
          </a:custGeom>
          <a:ln w="19049">
            <a:solidFill>
              <a:srgbClr val="2B4E4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/>
          <p:nvPr/>
        </p:nvSpPr>
        <p:spPr>
          <a:xfrm>
            <a:off x="15049755" y="666750"/>
            <a:ext cx="2571750" cy="2565400"/>
          </a:xfrm>
          <a:custGeom>
            <a:avLst/>
            <a:gdLst/>
            <a:ahLst/>
            <a:cxnLst/>
            <a:rect l="l" t="t" r="r" b="b"/>
            <a:pathLst>
              <a:path w="2571750" h="2565400">
                <a:moveTo>
                  <a:pt x="1213277" y="761999"/>
                </a:moveTo>
                <a:lnTo>
                  <a:pt x="1202642" y="761999"/>
                </a:lnTo>
                <a:lnTo>
                  <a:pt x="1180105" y="0"/>
                </a:lnTo>
                <a:lnTo>
                  <a:pt x="1190349" y="0"/>
                </a:lnTo>
                <a:lnTo>
                  <a:pt x="1203337" y="101599"/>
                </a:lnTo>
                <a:lnTo>
                  <a:pt x="1193423" y="101599"/>
                </a:lnTo>
                <a:lnTo>
                  <a:pt x="1213277" y="761999"/>
                </a:lnTo>
                <a:close/>
              </a:path>
              <a:path w="2571750" h="2565400">
                <a:moveTo>
                  <a:pt x="1295606" y="749299"/>
                </a:moveTo>
                <a:lnTo>
                  <a:pt x="1286131" y="749299"/>
                </a:lnTo>
                <a:lnTo>
                  <a:pt x="1381399" y="0"/>
                </a:lnTo>
                <a:lnTo>
                  <a:pt x="1391643" y="0"/>
                </a:lnTo>
                <a:lnTo>
                  <a:pt x="1388570" y="101599"/>
                </a:lnTo>
                <a:lnTo>
                  <a:pt x="1378326" y="101599"/>
                </a:lnTo>
                <a:lnTo>
                  <a:pt x="1295606" y="749299"/>
                </a:lnTo>
                <a:close/>
              </a:path>
              <a:path w="2571750" h="2565400">
                <a:moveTo>
                  <a:pt x="1132848" y="774699"/>
                </a:moveTo>
                <a:lnTo>
                  <a:pt x="1122227" y="774699"/>
                </a:lnTo>
                <a:lnTo>
                  <a:pt x="980860" y="25399"/>
                </a:lnTo>
                <a:lnTo>
                  <a:pt x="990592" y="25399"/>
                </a:lnTo>
                <a:lnTo>
                  <a:pt x="1023496" y="139699"/>
                </a:lnTo>
                <a:lnTo>
                  <a:pt x="1011080" y="139699"/>
                </a:lnTo>
                <a:lnTo>
                  <a:pt x="1132848" y="774699"/>
                </a:lnTo>
                <a:close/>
              </a:path>
              <a:path w="2571750" h="2565400">
                <a:moveTo>
                  <a:pt x="1378228" y="761999"/>
                </a:moveTo>
                <a:lnTo>
                  <a:pt x="1368594" y="761999"/>
                </a:lnTo>
                <a:lnTo>
                  <a:pt x="1580645" y="25399"/>
                </a:lnTo>
                <a:lnTo>
                  <a:pt x="1590377" y="25399"/>
                </a:lnTo>
                <a:lnTo>
                  <a:pt x="1568890" y="139699"/>
                </a:lnTo>
                <a:lnTo>
                  <a:pt x="1560669" y="139699"/>
                </a:lnTo>
                <a:lnTo>
                  <a:pt x="1378228" y="761999"/>
                </a:lnTo>
                <a:close/>
              </a:path>
              <a:path w="2571750" h="2565400">
                <a:moveTo>
                  <a:pt x="1059799" y="812799"/>
                </a:moveTo>
                <a:lnTo>
                  <a:pt x="1045397" y="812799"/>
                </a:lnTo>
                <a:lnTo>
                  <a:pt x="789298" y="88899"/>
                </a:lnTo>
                <a:lnTo>
                  <a:pt x="799030" y="88899"/>
                </a:lnTo>
                <a:lnTo>
                  <a:pt x="846911" y="190499"/>
                </a:lnTo>
                <a:lnTo>
                  <a:pt x="835396" y="190499"/>
                </a:lnTo>
                <a:lnTo>
                  <a:pt x="1059799" y="812799"/>
                </a:lnTo>
                <a:close/>
              </a:path>
              <a:path w="2571750" h="2565400">
                <a:moveTo>
                  <a:pt x="1459452" y="774699"/>
                </a:moveTo>
                <a:lnTo>
                  <a:pt x="1449522" y="774699"/>
                </a:lnTo>
                <a:lnTo>
                  <a:pt x="1772719" y="88899"/>
                </a:lnTo>
                <a:lnTo>
                  <a:pt x="1782451" y="88899"/>
                </a:lnTo>
                <a:lnTo>
                  <a:pt x="1746507" y="190499"/>
                </a:lnTo>
                <a:lnTo>
                  <a:pt x="1737377" y="190499"/>
                </a:lnTo>
                <a:lnTo>
                  <a:pt x="1459452" y="774699"/>
                </a:lnTo>
                <a:close/>
              </a:path>
              <a:path w="2571750" h="2565400">
                <a:moveTo>
                  <a:pt x="1290228" y="800099"/>
                </a:moveTo>
                <a:lnTo>
                  <a:pt x="1281009" y="800099"/>
                </a:lnTo>
                <a:lnTo>
                  <a:pt x="1280496" y="787399"/>
                </a:lnTo>
                <a:lnTo>
                  <a:pt x="1193423" y="101599"/>
                </a:lnTo>
                <a:lnTo>
                  <a:pt x="1203337" y="101599"/>
                </a:lnTo>
                <a:lnTo>
                  <a:pt x="1286131" y="749299"/>
                </a:lnTo>
                <a:lnTo>
                  <a:pt x="1295606" y="749299"/>
                </a:lnTo>
                <a:lnTo>
                  <a:pt x="1290740" y="787399"/>
                </a:lnTo>
                <a:lnTo>
                  <a:pt x="1290228" y="800099"/>
                </a:lnTo>
                <a:close/>
              </a:path>
              <a:path w="2571750" h="2565400">
                <a:moveTo>
                  <a:pt x="1367058" y="800099"/>
                </a:moveTo>
                <a:lnTo>
                  <a:pt x="1357326" y="800099"/>
                </a:lnTo>
                <a:lnTo>
                  <a:pt x="1378326" y="101599"/>
                </a:lnTo>
                <a:lnTo>
                  <a:pt x="1388570" y="101599"/>
                </a:lnTo>
                <a:lnTo>
                  <a:pt x="1368594" y="761999"/>
                </a:lnTo>
                <a:lnTo>
                  <a:pt x="1378228" y="761999"/>
                </a:lnTo>
                <a:lnTo>
                  <a:pt x="1367058" y="800099"/>
                </a:lnTo>
                <a:close/>
              </a:path>
              <a:path w="2571750" h="2565400">
                <a:moveTo>
                  <a:pt x="1214423" y="800099"/>
                </a:moveTo>
                <a:lnTo>
                  <a:pt x="1204691" y="800099"/>
                </a:lnTo>
                <a:lnTo>
                  <a:pt x="1011080" y="139699"/>
                </a:lnTo>
                <a:lnTo>
                  <a:pt x="1023496" y="139699"/>
                </a:lnTo>
                <a:lnTo>
                  <a:pt x="1202642" y="761999"/>
                </a:lnTo>
                <a:lnTo>
                  <a:pt x="1213277" y="761999"/>
                </a:lnTo>
                <a:lnTo>
                  <a:pt x="1214423" y="800099"/>
                </a:lnTo>
                <a:close/>
              </a:path>
              <a:path w="2571750" h="2565400">
                <a:moveTo>
                  <a:pt x="1440302" y="825499"/>
                </a:moveTo>
                <a:lnTo>
                  <a:pt x="1437741" y="825499"/>
                </a:lnTo>
                <a:lnTo>
                  <a:pt x="1432619" y="812799"/>
                </a:lnTo>
                <a:lnTo>
                  <a:pt x="1431595" y="812799"/>
                </a:lnTo>
                <a:lnTo>
                  <a:pt x="1560669" y="139699"/>
                </a:lnTo>
                <a:lnTo>
                  <a:pt x="1568890" y="139699"/>
                </a:lnTo>
                <a:lnTo>
                  <a:pt x="1449522" y="774699"/>
                </a:lnTo>
                <a:lnTo>
                  <a:pt x="1459452" y="774699"/>
                </a:lnTo>
                <a:lnTo>
                  <a:pt x="1441327" y="812799"/>
                </a:lnTo>
                <a:lnTo>
                  <a:pt x="1440302" y="825499"/>
                </a:lnTo>
                <a:close/>
              </a:path>
              <a:path w="2571750" h="2565400">
                <a:moveTo>
                  <a:pt x="989230" y="850899"/>
                </a:moveTo>
                <a:lnTo>
                  <a:pt x="974714" y="850899"/>
                </a:lnTo>
                <a:lnTo>
                  <a:pt x="610028" y="190499"/>
                </a:lnTo>
                <a:lnTo>
                  <a:pt x="608492" y="190499"/>
                </a:lnTo>
                <a:lnTo>
                  <a:pt x="609516" y="177799"/>
                </a:lnTo>
                <a:lnTo>
                  <a:pt x="618736" y="177799"/>
                </a:lnTo>
                <a:lnTo>
                  <a:pt x="687001" y="279399"/>
                </a:lnTo>
                <a:lnTo>
                  <a:pt x="670468" y="279399"/>
                </a:lnTo>
                <a:lnTo>
                  <a:pt x="989230" y="850899"/>
                </a:lnTo>
                <a:close/>
              </a:path>
              <a:path w="2571750" h="2565400">
                <a:moveTo>
                  <a:pt x="1538986" y="812799"/>
                </a:moveTo>
                <a:lnTo>
                  <a:pt x="1526352" y="812799"/>
                </a:lnTo>
                <a:lnTo>
                  <a:pt x="1953013" y="177799"/>
                </a:lnTo>
                <a:lnTo>
                  <a:pt x="1962233" y="177799"/>
                </a:lnTo>
                <a:lnTo>
                  <a:pt x="1962745" y="190499"/>
                </a:lnTo>
                <a:lnTo>
                  <a:pt x="1961721" y="190499"/>
                </a:lnTo>
                <a:lnTo>
                  <a:pt x="1912628" y="279399"/>
                </a:lnTo>
                <a:lnTo>
                  <a:pt x="1902305" y="279399"/>
                </a:lnTo>
                <a:lnTo>
                  <a:pt x="1538986" y="812799"/>
                </a:lnTo>
                <a:close/>
              </a:path>
              <a:path w="2571750" h="2565400">
                <a:moveTo>
                  <a:pt x="1139130" y="825499"/>
                </a:moveTo>
                <a:lnTo>
                  <a:pt x="1131447" y="825499"/>
                </a:lnTo>
                <a:lnTo>
                  <a:pt x="1130422" y="812799"/>
                </a:lnTo>
                <a:lnTo>
                  <a:pt x="835396" y="190499"/>
                </a:lnTo>
                <a:lnTo>
                  <a:pt x="846911" y="190499"/>
                </a:lnTo>
                <a:lnTo>
                  <a:pt x="1122227" y="774699"/>
                </a:lnTo>
                <a:lnTo>
                  <a:pt x="1132848" y="774699"/>
                </a:lnTo>
                <a:lnTo>
                  <a:pt x="1140154" y="812799"/>
                </a:lnTo>
                <a:lnTo>
                  <a:pt x="1140666" y="812799"/>
                </a:lnTo>
                <a:lnTo>
                  <a:pt x="1139130" y="825499"/>
                </a:lnTo>
                <a:close/>
              </a:path>
              <a:path w="2571750" h="2565400">
                <a:moveTo>
                  <a:pt x="1513034" y="850899"/>
                </a:moveTo>
                <a:lnTo>
                  <a:pt x="1502790" y="850899"/>
                </a:lnTo>
                <a:lnTo>
                  <a:pt x="1503815" y="838199"/>
                </a:lnTo>
                <a:lnTo>
                  <a:pt x="1737377" y="190499"/>
                </a:lnTo>
                <a:lnTo>
                  <a:pt x="1746507" y="190499"/>
                </a:lnTo>
                <a:lnTo>
                  <a:pt x="1526352" y="812799"/>
                </a:lnTo>
                <a:lnTo>
                  <a:pt x="1538986" y="812799"/>
                </a:lnTo>
                <a:lnTo>
                  <a:pt x="1513034" y="850899"/>
                </a:lnTo>
                <a:close/>
              </a:path>
              <a:path w="2571750" h="2565400">
                <a:moveTo>
                  <a:pt x="1069983" y="850899"/>
                </a:moveTo>
                <a:lnTo>
                  <a:pt x="1059739" y="850899"/>
                </a:lnTo>
                <a:lnTo>
                  <a:pt x="670468" y="279399"/>
                </a:lnTo>
                <a:lnTo>
                  <a:pt x="687001" y="279399"/>
                </a:lnTo>
                <a:lnTo>
                  <a:pt x="1045397" y="812799"/>
                </a:lnTo>
                <a:lnTo>
                  <a:pt x="1059799" y="812799"/>
                </a:lnTo>
                <a:lnTo>
                  <a:pt x="1068958" y="838199"/>
                </a:lnTo>
                <a:lnTo>
                  <a:pt x="1069983" y="850899"/>
                </a:lnTo>
                <a:close/>
              </a:path>
              <a:path w="2571750" h="2565400">
                <a:moveTo>
                  <a:pt x="1577571" y="888999"/>
                </a:moveTo>
                <a:lnTo>
                  <a:pt x="1569376" y="888999"/>
                </a:lnTo>
                <a:lnTo>
                  <a:pt x="1902305" y="279399"/>
                </a:lnTo>
                <a:lnTo>
                  <a:pt x="1912628" y="279399"/>
                </a:lnTo>
                <a:lnTo>
                  <a:pt x="1597035" y="850899"/>
                </a:lnTo>
                <a:lnTo>
                  <a:pt x="1613105" y="850899"/>
                </a:lnTo>
                <a:lnTo>
                  <a:pt x="1577571" y="888999"/>
                </a:lnTo>
                <a:close/>
              </a:path>
              <a:path w="2571750" h="2565400">
                <a:moveTo>
                  <a:pt x="925304" y="901699"/>
                </a:moveTo>
                <a:lnTo>
                  <a:pt x="911713" y="901699"/>
                </a:lnTo>
                <a:lnTo>
                  <a:pt x="447661" y="304799"/>
                </a:lnTo>
                <a:lnTo>
                  <a:pt x="448173" y="304799"/>
                </a:lnTo>
                <a:lnTo>
                  <a:pt x="450222" y="292099"/>
                </a:lnTo>
                <a:lnTo>
                  <a:pt x="453295" y="292099"/>
                </a:lnTo>
                <a:lnTo>
                  <a:pt x="455344" y="304799"/>
                </a:lnTo>
                <a:lnTo>
                  <a:pt x="527814" y="380999"/>
                </a:lnTo>
                <a:lnTo>
                  <a:pt x="521418" y="380999"/>
                </a:lnTo>
                <a:lnTo>
                  <a:pt x="925304" y="901699"/>
                </a:lnTo>
                <a:close/>
              </a:path>
              <a:path w="2571750" h="2565400">
                <a:moveTo>
                  <a:pt x="1613105" y="850899"/>
                </a:moveTo>
                <a:lnTo>
                  <a:pt x="1597035" y="850899"/>
                </a:lnTo>
                <a:lnTo>
                  <a:pt x="2116405" y="304799"/>
                </a:lnTo>
                <a:lnTo>
                  <a:pt x="2118453" y="292099"/>
                </a:lnTo>
                <a:lnTo>
                  <a:pt x="2121527" y="292099"/>
                </a:lnTo>
                <a:lnTo>
                  <a:pt x="2125624" y="304799"/>
                </a:lnTo>
                <a:lnTo>
                  <a:pt x="2124088" y="304799"/>
                </a:lnTo>
                <a:lnTo>
                  <a:pt x="2064847" y="380999"/>
                </a:lnTo>
                <a:lnTo>
                  <a:pt x="2051355" y="380999"/>
                </a:lnTo>
                <a:lnTo>
                  <a:pt x="1613105" y="850899"/>
                </a:lnTo>
                <a:close/>
              </a:path>
              <a:path w="2571750" h="2565400">
                <a:moveTo>
                  <a:pt x="1004421" y="888999"/>
                </a:moveTo>
                <a:lnTo>
                  <a:pt x="995202" y="888999"/>
                </a:lnTo>
                <a:lnTo>
                  <a:pt x="521418" y="380999"/>
                </a:lnTo>
                <a:lnTo>
                  <a:pt x="527814" y="380999"/>
                </a:lnTo>
                <a:lnTo>
                  <a:pt x="974714" y="850899"/>
                </a:lnTo>
                <a:lnTo>
                  <a:pt x="989230" y="850899"/>
                </a:lnTo>
                <a:lnTo>
                  <a:pt x="1003397" y="876299"/>
                </a:lnTo>
                <a:lnTo>
                  <a:pt x="1004421" y="888999"/>
                </a:lnTo>
                <a:close/>
              </a:path>
              <a:path w="2571750" h="2565400">
                <a:moveTo>
                  <a:pt x="1634937" y="939799"/>
                </a:moveTo>
                <a:lnTo>
                  <a:pt x="1626230" y="939799"/>
                </a:lnTo>
                <a:lnTo>
                  <a:pt x="1627767" y="927099"/>
                </a:lnTo>
                <a:lnTo>
                  <a:pt x="2051355" y="380999"/>
                </a:lnTo>
                <a:lnTo>
                  <a:pt x="2064847" y="380999"/>
                </a:lnTo>
                <a:lnTo>
                  <a:pt x="1660036" y="901699"/>
                </a:lnTo>
                <a:lnTo>
                  <a:pt x="1684667" y="901699"/>
                </a:lnTo>
                <a:lnTo>
                  <a:pt x="1634937" y="939799"/>
                </a:lnTo>
                <a:close/>
              </a:path>
              <a:path w="2571750" h="2565400">
                <a:moveTo>
                  <a:pt x="867055" y="965199"/>
                </a:moveTo>
                <a:lnTo>
                  <a:pt x="857932" y="965199"/>
                </a:lnTo>
                <a:lnTo>
                  <a:pt x="305782" y="444499"/>
                </a:lnTo>
                <a:lnTo>
                  <a:pt x="312441" y="444499"/>
                </a:lnTo>
                <a:lnTo>
                  <a:pt x="412320" y="520699"/>
                </a:lnTo>
                <a:lnTo>
                  <a:pt x="390295" y="520699"/>
                </a:lnTo>
                <a:lnTo>
                  <a:pt x="867055" y="965199"/>
                </a:lnTo>
                <a:close/>
              </a:path>
              <a:path w="2571750" h="2565400">
                <a:moveTo>
                  <a:pt x="1684667" y="901699"/>
                </a:moveTo>
                <a:lnTo>
                  <a:pt x="1660036" y="901699"/>
                </a:lnTo>
                <a:lnTo>
                  <a:pt x="2259308" y="444499"/>
                </a:lnTo>
                <a:lnTo>
                  <a:pt x="2265967" y="444499"/>
                </a:lnTo>
                <a:lnTo>
                  <a:pt x="2185239" y="520699"/>
                </a:lnTo>
                <a:lnTo>
                  <a:pt x="2181966" y="520699"/>
                </a:lnTo>
                <a:lnTo>
                  <a:pt x="1684667" y="901699"/>
                </a:lnTo>
                <a:close/>
              </a:path>
              <a:path w="2571750" h="2565400">
                <a:moveTo>
                  <a:pt x="946543" y="939799"/>
                </a:moveTo>
                <a:lnTo>
                  <a:pt x="937835" y="939799"/>
                </a:lnTo>
                <a:lnTo>
                  <a:pt x="390295" y="520699"/>
                </a:lnTo>
                <a:lnTo>
                  <a:pt x="412320" y="520699"/>
                </a:lnTo>
                <a:lnTo>
                  <a:pt x="911713" y="901699"/>
                </a:lnTo>
                <a:lnTo>
                  <a:pt x="925304" y="901699"/>
                </a:lnTo>
                <a:lnTo>
                  <a:pt x="945006" y="927099"/>
                </a:lnTo>
                <a:lnTo>
                  <a:pt x="946543" y="927099"/>
                </a:lnTo>
                <a:lnTo>
                  <a:pt x="946543" y="939799"/>
                </a:lnTo>
                <a:close/>
              </a:path>
              <a:path w="2571750" h="2565400">
                <a:moveTo>
                  <a:pt x="1684108" y="1003299"/>
                </a:moveTo>
                <a:lnTo>
                  <a:pt x="1678987" y="1003299"/>
                </a:lnTo>
                <a:lnTo>
                  <a:pt x="1675913" y="990599"/>
                </a:lnTo>
                <a:lnTo>
                  <a:pt x="1677962" y="990599"/>
                </a:lnTo>
                <a:lnTo>
                  <a:pt x="2181966" y="520699"/>
                </a:lnTo>
                <a:lnTo>
                  <a:pt x="2185239" y="520699"/>
                </a:lnTo>
                <a:lnTo>
                  <a:pt x="1714329" y="965199"/>
                </a:lnTo>
                <a:lnTo>
                  <a:pt x="1751491" y="965199"/>
                </a:lnTo>
                <a:lnTo>
                  <a:pt x="1684108" y="1003299"/>
                </a:lnTo>
                <a:close/>
              </a:path>
              <a:path w="2571750" h="2565400">
                <a:moveTo>
                  <a:pt x="834883" y="1041399"/>
                </a:moveTo>
                <a:lnTo>
                  <a:pt x="814395" y="1041399"/>
                </a:lnTo>
                <a:lnTo>
                  <a:pt x="187976" y="609599"/>
                </a:lnTo>
                <a:lnTo>
                  <a:pt x="191050" y="596899"/>
                </a:lnTo>
                <a:lnTo>
                  <a:pt x="193098" y="609599"/>
                </a:lnTo>
                <a:lnTo>
                  <a:pt x="288075" y="660399"/>
                </a:lnTo>
                <a:lnTo>
                  <a:pt x="281709" y="660399"/>
                </a:lnTo>
                <a:lnTo>
                  <a:pt x="834883" y="1041399"/>
                </a:lnTo>
                <a:close/>
              </a:path>
              <a:path w="2571750" h="2565400">
                <a:moveTo>
                  <a:pt x="1751491" y="965199"/>
                </a:moveTo>
                <a:lnTo>
                  <a:pt x="1714329" y="965199"/>
                </a:lnTo>
                <a:lnTo>
                  <a:pt x="2378650" y="609599"/>
                </a:lnTo>
                <a:lnTo>
                  <a:pt x="2381211" y="596899"/>
                </a:lnTo>
                <a:lnTo>
                  <a:pt x="2384285" y="596899"/>
                </a:lnTo>
                <a:lnTo>
                  <a:pt x="2385309" y="609599"/>
                </a:lnTo>
                <a:lnTo>
                  <a:pt x="2383772" y="609599"/>
                </a:lnTo>
                <a:lnTo>
                  <a:pt x="2310076" y="660399"/>
                </a:lnTo>
                <a:lnTo>
                  <a:pt x="2290552" y="660399"/>
                </a:lnTo>
                <a:lnTo>
                  <a:pt x="1751491" y="965199"/>
                </a:lnTo>
                <a:close/>
              </a:path>
              <a:path w="2571750" h="2565400">
                <a:moveTo>
                  <a:pt x="893274" y="1003299"/>
                </a:moveTo>
                <a:lnTo>
                  <a:pt x="890713" y="1003299"/>
                </a:lnTo>
                <a:lnTo>
                  <a:pt x="888152" y="990599"/>
                </a:lnTo>
                <a:lnTo>
                  <a:pt x="281709" y="660399"/>
                </a:lnTo>
                <a:lnTo>
                  <a:pt x="288075" y="660399"/>
                </a:lnTo>
                <a:lnTo>
                  <a:pt x="857932" y="965199"/>
                </a:lnTo>
                <a:lnTo>
                  <a:pt x="867055" y="965199"/>
                </a:lnTo>
                <a:lnTo>
                  <a:pt x="894298" y="990599"/>
                </a:lnTo>
                <a:lnTo>
                  <a:pt x="896347" y="990599"/>
                </a:lnTo>
                <a:lnTo>
                  <a:pt x="893274" y="1003299"/>
                </a:lnTo>
                <a:close/>
              </a:path>
              <a:path w="2571750" h="2565400">
                <a:moveTo>
                  <a:pt x="1723548" y="1066799"/>
                </a:moveTo>
                <a:lnTo>
                  <a:pt x="1717401" y="1066799"/>
                </a:lnTo>
                <a:lnTo>
                  <a:pt x="1716377" y="1054099"/>
                </a:lnTo>
                <a:lnTo>
                  <a:pt x="1718938" y="1054099"/>
                </a:lnTo>
                <a:lnTo>
                  <a:pt x="2290552" y="660399"/>
                </a:lnTo>
                <a:lnTo>
                  <a:pt x="2310076" y="660399"/>
                </a:lnTo>
                <a:lnTo>
                  <a:pt x="1757353" y="1041399"/>
                </a:lnTo>
                <a:lnTo>
                  <a:pt x="1792075" y="1041399"/>
                </a:lnTo>
                <a:lnTo>
                  <a:pt x="1723548" y="1066799"/>
                </a:lnTo>
                <a:close/>
              </a:path>
              <a:path w="2571750" h="2565400">
                <a:moveTo>
                  <a:pt x="797045" y="1117599"/>
                </a:moveTo>
                <a:lnTo>
                  <a:pt x="782639" y="1117599"/>
                </a:lnTo>
                <a:lnTo>
                  <a:pt x="96805" y="787399"/>
                </a:lnTo>
                <a:lnTo>
                  <a:pt x="100903" y="787399"/>
                </a:lnTo>
                <a:lnTo>
                  <a:pt x="207927" y="825499"/>
                </a:lnTo>
                <a:lnTo>
                  <a:pt x="197708" y="825499"/>
                </a:lnTo>
                <a:lnTo>
                  <a:pt x="797045" y="1117599"/>
                </a:lnTo>
                <a:close/>
              </a:path>
              <a:path w="2571750" h="2565400">
                <a:moveTo>
                  <a:pt x="1792075" y="1041399"/>
                </a:moveTo>
                <a:lnTo>
                  <a:pt x="1757353" y="1041399"/>
                </a:lnTo>
                <a:lnTo>
                  <a:pt x="2470846" y="787399"/>
                </a:lnTo>
                <a:lnTo>
                  <a:pt x="2474944" y="787399"/>
                </a:lnTo>
                <a:lnTo>
                  <a:pt x="2395809" y="825499"/>
                </a:lnTo>
                <a:lnTo>
                  <a:pt x="2374552" y="825499"/>
                </a:lnTo>
                <a:lnTo>
                  <a:pt x="1792075" y="1041399"/>
                </a:lnTo>
                <a:close/>
              </a:path>
              <a:path w="2571750" h="2565400">
                <a:moveTo>
                  <a:pt x="853835" y="1066799"/>
                </a:moveTo>
                <a:lnTo>
                  <a:pt x="848713" y="1066799"/>
                </a:lnTo>
                <a:lnTo>
                  <a:pt x="197708" y="825499"/>
                </a:lnTo>
                <a:lnTo>
                  <a:pt x="207927" y="825499"/>
                </a:lnTo>
                <a:lnTo>
                  <a:pt x="814395" y="1041399"/>
                </a:lnTo>
                <a:lnTo>
                  <a:pt x="834883" y="1041399"/>
                </a:lnTo>
                <a:lnTo>
                  <a:pt x="853323" y="1054099"/>
                </a:lnTo>
                <a:lnTo>
                  <a:pt x="854859" y="1054099"/>
                </a:lnTo>
                <a:lnTo>
                  <a:pt x="853835" y="1066799"/>
                </a:lnTo>
                <a:close/>
              </a:path>
              <a:path w="2571750" h="2565400">
                <a:moveTo>
                  <a:pt x="1752231" y="1130299"/>
                </a:moveTo>
                <a:lnTo>
                  <a:pt x="1749158" y="1130299"/>
                </a:lnTo>
                <a:lnTo>
                  <a:pt x="2374552" y="825499"/>
                </a:lnTo>
                <a:lnTo>
                  <a:pt x="2395809" y="825499"/>
                </a:lnTo>
                <a:lnTo>
                  <a:pt x="1789110" y="1117599"/>
                </a:lnTo>
                <a:lnTo>
                  <a:pt x="1820200" y="1117599"/>
                </a:lnTo>
                <a:lnTo>
                  <a:pt x="1752231" y="1130299"/>
                </a:lnTo>
                <a:close/>
              </a:path>
              <a:path w="2571750" h="2565400">
                <a:moveTo>
                  <a:pt x="805176" y="1193799"/>
                </a:moveTo>
                <a:lnTo>
                  <a:pt x="762663" y="1193799"/>
                </a:lnTo>
                <a:lnTo>
                  <a:pt x="35341" y="990599"/>
                </a:lnTo>
                <a:lnTo>
                  <a:pt x="32780" y="977899"/>
                </a:lnTo>
                <a:lnTo>
                  <a:pt x="37902" y="977899"/>
                </a:lnTo>
                <a:lnTo>
                  <a:pt x="173309" y="1003299"/>
                </a:lnTo>
                <a:lnTo>
                  <a:pt x="140854" y="1003299"/>
                </a:lnTo>
                <a:lnTo>
                  <a:pt x="805176" y="1193799"/>
                </a:lnTo>
                <a:close/>
              </a:path>
              <a:path w="2571750" h="2565400">
                <a:moveTo>
                  <a:pt x="1820200" y="1117599"/>
                </a:moveTo>
                <a:lnTo>
                  <a:pt x="1789110" y="1117599"/>
                </a:lnTo>
                <a:lnTo>
                  <a:pt x="2533847" y="977899"/>
                </a:lnTo>
                <a:lnTo>
                  <a:pt x="2536408" y="977899"/>
                </a:lnTo>
                <a:lnTo>
                  <a:pt x="2450780" y="1003299"/>
                </a:lnTo>
                <a:lnTo>
                  <a:pt x="2431919" y="1003299"/>
                </a:lnTo>
                <a:lnTo>
                  <a:pt x="1820200" y="1117599"/>
                </a:lnTo>
                <a:close/>
              </a:path>
              <a:path w="2571750" h="2565400">
                <a:moveTo>
                  <a:pt x="823103" y="1130299"/>
                </a:moveTo>
                <a:lnTo>
                  <a:pt x="820030" y="1130299"/>
                </a:lnTo>
                <a:lnTo>
                  <a:pt x="140854" y="1003299"/>
                </a:lnTo>
                <a:lnTo>
                  <a:pt x="173309" y="1003299"/>
                </a:lnTo>
                <a:lnTo>
                  <a:pt x="782639" y="1117599"/>
                </a:lnTo>
                <a:lnTo>
                  <a:pt x="797045" y="1117599"/>
                </a:lnTo>
                <a:lnTo>
                  <a:pt x="823103" y="1130299"/>
                </a:lnTo>
                <a:close/>
              </a:path>
              <a:path w="2571750" h="2565400">
                <a:moveTo>
                  <a:pt x="1808573" y="1193799"/>
                </a:moveTo>
                <a:lnTo>
                  <a:pt x="1767597" y="1193799"/>
                </a:lnTo>
                <a:lnTo>
                  <a:pt x="2431919" y="1003299"/>
                </a:lnTo>
                <a:lnTo>
                  <a:pt x="2450780" y="1003299"/>
                </a:lnTo>
                <a:lnTo>
                  <a:pt x="1808573" y="1193799"/>
                </a:lnTo>
                <a:close/>
              </a:path>
              <a:path w="2571750" h="2565400">
                <a:moveTo>
                  <a:pt x="809273" y="1206499"/>
                </a:moveTo>
                <a:lnTo>
                  <a:pt x="803639" y="1206499"/>
                </a:lnTo>
                <a:lnTo>
                  <a:pt x="112171" y="1181099"/>
                </a:lnTo>
                <a:lnTo>
                  <a:pt x="0" y="1181099"/>
                </a:lnTo>
                <a:lnTo>
                  <a:pt x="2560" y="1168399"/>
                </a:lnTo>
                <a:lnTo>
                  <a:pt x="5121" y="1168399"/>
                </a:lnTo>
                <a:lnTo>
                  <a:pt x="762663" y="1193799"/>
                </a:lnTo>
                <a:lnTo>
                  <a:pt x="807737" y="1193799"/>
                </a:lnTo>
                <a:lnTo>
                  <a:pt x="809273" y="1206499"/>
                </a:lnTo>
                <a:close/>
              </a:path>
              <a:path w="2571750" h="2565400">
                <a:moveTo>
                  <a:pt x="2566627" y="1371599"/>
                </a:moveTo>
                <a:lnTo>
                  <a:pt x="2460602" y="1371599"/>
                </a:lnTo>
                <a:lnTo>
                  <a:pt x="1774256" y="1282699"/>
                </a:lnTo>
                <a:lnTo>
                  <a:pt x="1769646" y="1282699"/>
                </a:lnTo>
                <a:lnTo>
                  <a:pt x="1771695" y="1269999"/>
                </a:lnTo>
                <a:lnTo>
                  <a:pt x="1774256" y="1269999"/>
                </a:lnTo>
                <a:lnTo>
                  <a:pt x="2460602" y="1193799"/>
                </a:lnTo>
                <a:lnTo>
                  <a:pt x="1808573" y="1193799"/>
                </a:lnTo>
                <a:lnTo>
                  <a:pt x="2566115" y="1168399"/>
                </a:lnTo>
                <a:lnTo>
                  <a:pt x="2568676" y="1168399"/>
                </a:lnTo>
                <a:lnTo>
                  <a:pt x="2571237" y="1181099"/>
                </a:lnTo>
                <a:lnTo>
                  <a:pt x="2566627" y="1181099"/>
                </a:lnTo>
                <a:lnTo>
                  <a:pt x="1814720" y="1282699"/>
                </a:lnTo>
                <a:lnTo>
                  <a:pt x="2566627" y="1371599"/>
                </a:lnTo>
                <a:close/>
              </a:path>
              <a:path w="2571750" h="2565400">
                <a:moveTo>
                  <a:pt x="112171" y="1371599"/>
                </a:moveTo>
                <a:lnTo>
                  <a:pt x="5121" y="1371599"/>
                </a:lnTo>
                <a:lnTo>
                  <a:pt x="757029" y="1282699"/>
                </a:lnTo>
                <a:lnTo>
                  <a:pt x="4609" y="1181099"/>
                </a:lnTo>
                <a:lnTo>
                  <a:pt x="112171" y="1181099"/>
                </a:lnTo>
                <a:lnTo>
                  <a:pt x="798517" y="1269999"/>
                </a:lnTo>
                <a:lnTo>
                  <a:pt x="801078" y="1269999"/>
                </a:lnTo>
                <a:lnTo>
                  <a:pt x="803127" y="1282699"/>
                </a:lnTo>
                <a:lnTo>
                  <a:pt x="798517" y="1282699"/>
                </a:lnTo>
                <a:lnTo>
                  <a:pt x="112171" y="1371599"/>
                </a:lnTo>
                <a:close/>
              </a:path>
              <a:path w="2571750" h="2565400">
                <a:moveTo>
                  <a:pt x="1769134" y="1206499"/>
                </a:moveTo>
                <a:lnTo>
                  <a:pt x="1763499" y="1206499"/>
                </a:lnTo>
                <a:lnTo>
                  <a:pt x="1765036" y="1193799"/>
                </a:lnTo>
                <a:lnTo>
                  <a:pt x="2460602" y="1193799"/>
                </a:lnTo>
                <a:lnTo>
                  <a:pt x="1769134" y="1206499"/>
                </a:lnTo>
                <a:close/>
              </a:path>
              <a:path w="2571750" h="2565400">
                <a:moveTo>
                  <a:pt x="5634" y="1384299"/>
                </a:moveTo>
                <a:lnTo>
                  <a:pt x="512" y="1384299"/>
                </a:lnTo>
                <a:lnTo>
                  <a:pt x="2048" y="1371599"/>
                </a:lnTo>
                <a:lnTo>
                  <a:pt x="112171" y="1371599"/>
                </a:lnTo>
                <a:lnTo>
                  <a:pt x="803639" y="1346199"/>
                </a:lnTo>
                <a:lnTo>
                  <a:pt x="808249" y="1346199"/>
                </a:lnTo>
                <a:lnTo>
                  <a:pt x="809273" y="1358899"/>
                </a:lnTo>
                <a:lnTo>
                  <a:pt x="763176" y="1358899"/>
                </a:lnTo>
                <a:lnTo>
                  <a:pt x="5634" y="1384299"/>
                </a:lnTo>
                <a:close/>
              </a:path>
              <a:path w="2571750" h="2565400">
                <a:moveTo>
                  <a:pt x="2571237" y="1384299"/>
                </a:moveTo>
                <a:lnTo>
                  <a:pt x="2566115" y="1384299"/>
                </a:lnTo>
                <a:lnTo>
                  <a:pt x="1808573" y="1358899"/>
                </a:lnTo>
                <a:lnTo>
                  <a:pt x="1764524" y="1358899"/>
                </a:lnTo>
                <a:lnTo>
                  <a:pt x="1766573" y="1346199"/>
                </a:lnTo>
                <a:lnTo>
                  <a:pt x="1769134" y="1346199"/>
                </a:lnTo>
                <a:lnTo>
                  <a:pt x="2460602" y="1371599"/>
                </a:lnTo>
                <a:lnTo>
                  <a:pt x="2571237" y="1371599"/>
                </a:lnTo>
                <a:lnTo>
                  <a:pt x="2571237" y="1384299"/>
                </a:lnTo>
                <a:close/>
              </a:path>
              <a:path w="2571750" h="2565400">
                <a:moveTo>
                  <a:pt x="37902" y="1587499"/>
                </a:moveTo>
                <a:lnTo>
                  <a:pt x="32780" y="1587499"/>
                </a:lnTo>
                <a:lnTo>
                  <a:pt x="31756" y="1574799"/>
                </a:lnTo>
                <a:lnTo>
                  <a:pt x="35341" y="1574799"/>
                </a:lnTo>
                <a:lnTo>
                  <a:pt x="763176" y="1358899"/>
                </a:lnTo>
                <a:lnTo>
                  <a:pt x="805176" y="1358899"/>
                </a:lnTo>
                <a:lnTo>
                  <a:pt x="140854" y="1549399"/>
                </a:lnTo>
                <a:lnTo>
                  <a:pt x="240873" y="1549399"/>
                </a:lnTo>
                <a:lnTo>
                  <a:pt x="37902" y="1587499"/>
                </a:lnTo>
                <a:close/>
              </a:path>
              <a:path w="2571750" h="2565400">
                <a:moveTo>
                  <a:pt x="2450780" y="1549399"/>
                </a:moveTo>
                <a:lnTo>
                  <a:pt x="2431407" y="1549399"/>
                </a:lnTo>
                <a:lnTo>
                  <a:pt x="1767597" y="1358899"/>
                </a:lnTo>
                <a:lnTo>
                  <a:pt x="1808573" y="1358899"/>
                </a:lnTo>
                <a:lnTo>
                  <a:pt x="2450780" y="1549399"/>
                </a:lnTo>
                <a:close/>
              </a:path>
              <a:path w="2571750" h="2565400">
                <a:moveTo>
                  <a:pt x="240873" y="1549399"/>
                </a:moveTo>
                <a:lnTo>
                  <a:pt x="140854" y="1549399"/>
                </a:lnTo>
                <a:lnTo>
                  <a:pt x="820542" y="1422399"/>
                </a:lnTo>
                <a:lnTo>
                  <a:pt x="825664" y="1422399"/>
                </a:lnTo>
                <a:lnTo>
                  <a:pt x="826176" y="1435099"/>
                </a:lnTo>
                <a:lnTo>
                  <a:pt x="823615" y="1435099"/>
                </a:lnTo>
                <a:lnTo>
                  <a:pt x="796402" y="1447799"/>
                </a:lnTo>
                <a:lnTo>
                  <a:pt x="782127" y="1447799"/>
                </a:lnTo>
                <a:lnTo>
                  <a:pt x="240873" y="1549399"/>
                </a:lnTo>
                <a:close/>
              </a:path>
              <a:path w="2571750" h="2565400">
                <a:moveTo>
                  <a:pt x="2392193" y="1727199"/>
                </a:moveTo>
                <a:lnTo>
                  <a:pt x="2374041" y="1727199"/>
                </a:lnTo>
                <a:lnTo>
                  <a:pt x="1748646" y="1435099"/>
                </a:lnTo>
                <a:lnTo>
                  <a:pt x="1745060" y="1435099"/>
                </a:lnTo>
                <a:lnTo>
                  <a:pt x="1747109" y="1422399"/>
                </a:lnTo>
                <a:lnTo>
                  <a:pt x="1751719" y="1422399"/>
                </a:lnTo>
                <a:lnTo>
                  <a:pt x="1887657" y="1447799"/>
                </a:lnTo>
                <a:lnTo>
                  <a:pt x="1789110" y="1447799"/>
                </a:lnTo>
                <a:lnTo>
                  <a:pt x="2392193" y="1727199"/>
                </a:lnTo>
                <a:close/>
              </a:path>
              <a:path w="2571750" h="2565400">
                <a:moveTo>
                  <a:pt x="100903" y="1777999"/>
                </a:moveTo>
                <a:lnTo>
                  <a:pt x="95269" y="1777999"/>
                </a:lnTo>
                <a:lnTo>
                  <a:pt x="93220" y="1765299"/>
                </a:lnTo>
                <a:lnTo>
                  <a:pt x="96805" y="1765299"/>
                </a:lnTo>
                <a:lnTo>
                  <a:pt x="782127" y="1447799"/>
                </a:lnTo>
                <a:lnTo>
                  <a:pt x="796402" y="1447799"/>
                </a:lnTo>
                <a:lnTo>
                  <a:pt x="197708" y="1727199"/>
                </a:lnTo>
                <a:lnTo>
                  <a:pt x="243601" y="1727199"/>
                </a:lnTo>
                <a:lnTo>
                  <a:pt x="100903" y="1777999"/>
                </a:lnTo>
                <a:close/>
              </a:path>
              <a:path w="2571750" h="2565400">
                <a:moveTo>
                  <a:pt x="2539481" y="1587499"/>
                </a:moveTo>
                <a:lnTo>
                  <a:pt x="2533847" y="1587499"/>
                </a:lnTo>
                <a:lnTo>
                  <a:pt x="1789110" y="1447799"/>
                </a:lnTo>
                <a:lnTo>
                  <a:pt x="1887657" y="1447799"/>
                </a:lnTo>
                <a:lnTo>
                  <a:pt x="2431407" y="1549399"/>
                </a:lnTo>
                <a:lnTo>
                  <a:pt x="2450780" y="1549399"/>
                </a:lnTo>
                <a:lnTo>
                  <a:pt x="2536408" y="1574799"/>
                </a:lnTo>
                <a:lnTo>
                  <a:pt x="2540505" y="1574799"/>
                </a:lnTo>
                <a:lnTo>
                  <a:pt x="2539481" y="1587499"/>
                </a:lnTo>
                <a:close/>
              </a:path>
              <a:path w="2571750" h="2565400">
                <a:moveTo>
                  <a:pt x="243601" y="1727199"/>
                </a:moveTo>
                <a:lnTo>
                  <a:pt x="197708" y="1727199"/>
                </a:lnTo>
                <a:lnTo>
                  <a:pt x="848713" y="1498599"/>
                </a:lnTo>
                <a:lnTo>
                  <a:pt x="855371" y="1498599"/>
                </a:lnTo>
                <a:lnTo>
                  <a:pt x="853323" y="1511299"/>
                </a:lnTo>
                <a:lnTo>
                  <a:pt x="834269" y="1523999"/>
                </a:lnTo>
                <a:lnTo>
                  <a:pt x="814396" y="1523999"/>
                </a:lnTo>
                <a:lnTo>
                  <a:pt x="243601" y="1727199"/>
                </a:lnTo>
                <a:close/>
              </a:path>
              <a:path w="2571750" h="2565400">
                <a:moveTo>
                  <a:pt x="2307331" y="1892299"/>
                </a:moveTo>
                <a:lnTo>
                  <a:pt x="2290040" y="1892299"/>
                </a:lnTo>
                <a:lnTo>
                  <a:pt x="1718426" y="1511299"/>
                </a:lnTo>
                <a:lnTo>
                  <a:pt x="1716377" y="1498599"/>
                </a:lnTo>
                <a:lnTo>
                  <a:pt x="1723036" y="1498599"/>
                </a:lnTo>
                <a:lnTo>
                  <a:pt x="1795370" y="1523999"/>
                </a:lnTo>
                <a:lnTo>
                  <a:pt x="1756841" y="1523999"/>
                </a:lnTo>
                <a:lnTo>
                  <a:pt x="2307331" y="1892299"/>
                </a:lnTo>
                <a:close/>
              </a:path>
              <a:path w="2571750" h="2565400">
                <a:moveTo>
                  <a:pt x="193098" y="1955799"/>
                </a:moveTo>
                <a:lnTo>
                  <a:pt x="184903" y="1955799"/>
                </a:lnTo>
                <a:lnTo>
                  <a:pt x="185415" y="1943099"/>
                </a:lnTo>
                <a:lnTo>
                  <a:pt x="187976" y="1943099"/>
                </a:lnTo>
                <a:lnTo>
                  <a:pt x="814396" y="1523999"/>
                </a:lnTo>
                <a:lnTo>
                  <a:pt x="834269" y="1523999"/>
                </a:lnTo>
                <a:lnTo>
                  <a:pt x="281709" y="1892299"/>
                </a:lnTo>
                <a:lnTo>
                  <a:pt x="307725" y="1892299"/>
                </a:lnTo>
                <a:lnTo>
                  <a:pt x="193098" y="1955799"/>
                </a:lnTo>
                <a:close/>
              </a:path>
              <a:path w="2571750" h="2565400">
                <a:moveTo>
                  <a:pt x="2475968" y="1777999"/>
                </a:moveTo>
                <a:lnTo>
                  <a:pt x="2470334" y="1777999"/>
                </a:lnTo>
                <a:lnTo>
                  <a:pt x="1756841" y="1523999"/>
                </a:lnTo>
                <a:lnTo>
                  <a:pt x="1795370" y="1523999"/>
                </a:lnTo>
                <a:lnTo>
                  <a:pt x="2374041" y="1727199"/>
                </a:lnTo>
                <a:lnTo>
                  <a:pt x="2392193" y="1727199"/>
                </a:lnTo>
                <a:lnTo>
                  <a:pt x="2474432" y="1765299"/>
                </a:lnTo>
                <a:lnTo>
                  <a:pt x="2478017" y="1765299"/>
                </a:lnTo>
                <a:lnTo>
                  <a:pt x="2475968" y="1777999"/>
                </a:lnTo>
                <a:close/>
              </a:path>
              <a:path w="2571750" h="2565400">
                <a:moveTo>
                  <a:pt x="307725" y="1892299"/>
                </a:moveTo>
                <a:lnTo>
                  <a:pt x="281709" y="1892299"/>
                </a:lnTo>
                <a:lnTo>
                  <a:pt x="888152" y="1562099"/>
                </a:lnTo>
                <a:lnTo>
                  <a:pt x="896347" y="1562099"/>
                </a:lnTo>
                <a:lnTo>
                  <a:pt x="895835" y="1574799"/>
                </a:lnTo>
                <a:lnTo>
                  <a:pt x="894298" y="1574799"/>
                </a:lnTo>
                <a:lnTo>
                  <a:pt x="880677" y="1587499"/>
                </a:lnTo>
                <a:lnTo>
                  <a:pt x="857932" y="1587499"/>
                </a:lnTo>
                <a:lnTo>
                  <a:pt x="307725" y="1892299"/>
                </a:lnTo>
                <a:close/>
              </a:path>
              <a:path w="2571750" h="2565400">
                <a:moveTo>
                  <a:pt x="2199144" y="2044699"/>
                </a:moveTo>
                <a:lnTo>
                  <a:pt x="2181454" y="2044699"/>
                </a:lnTo>
                <a:lnTo>
                  <a:pt x="1677450" y="1574799"/>
                </a:lnTo>
                <a:lnTo>
                  <a:pt x="1675402" y="1574799"/>
                </a:lnTo>
                <a:lnTo>
                  <a:pt x="1675402" y="1562099"/>
                </a:lnTo>
                <a:lnTo>
                  <a:pt x="1683597" y="1562099"/>
                </a:lnTo>
                <a:lnTo>
                  <a:pt x="1730246" y="1587499"/>
                </a:lnTo>
                <a:lnTo>
                  <a:pt x="1714329" y="1587499"/>
                </a:lnTo>
                <a:lnTo>
                  <a:pt x="2199144" y="2044699"/>
                </a:lnTo>
                <a:close/>
              </a:path>
              <a:path w="2571750" h="2565400">
                <a:moveTo>
                  <a:pt x="312441" y="2120899"/>
                </a:moveTo>
                <a:lnTo>
                  <a:pt x="303733" y="2120899"/>
                </a:lnTo>
                <a:lnTo>
                  <a:pt x="303733" y="2108199"/>
                </a:lnTo>
                <a:lnTo>
                  <a:pt x="305782" y="2108199"/>
                </a:lnTo>
                <a:lnTo>
                  <a:pt x="857932" y="1587499"/>
                </a:lnTo>
                <a:lnTo>
                  <a:pt x="880677" y="1587499"/>
                </a:lnTo>
                <a:lnTo>
                  <a:pt x="390295" y="2044699"/>
                </a:lnTo>
                <a:lnTo>
                  <a:pt x="409620" y="2044699"/>
                </a:lnTo>
                <a:lnTo>
                  <a:pt x="312441" y="2120899"/>
                </a:lnTo>
                <a:close/>
              </a:path>
              <a:path w="2571750" h="2565400">
                <a:moveTo>
                  <a:pt x="2386333" y="1955799"/>
                </a:moveTo>
                <a:lnTo>
                  <a:pt x="2378138" y="1955799"/>
                </a:lnTo>
                <a:lnTo>
                  <a:pt x="1714329" y="1587499"/>
                </a:lnTo>
                <a:lnTo>
                  <a:pt x="1730246" y="1587499"/>
                </a:lnTo>
                <a:lnTo>
                  <a:pt x="2290040" y="1892299"/>
                </a:lnTo>
                <a:lnTo>
                  <a:pt x="2307331" y="1892299"/>
                </a:lnTo>
                <a:lnTo>
                  <a:pt x="2383260" y="1943099"/>
                </a:lnTo>
                <a:lnTo>
                  <a:pt x="2385309" y="1943099"/>
                </a:lnTo>
                <a:lnTo>
                  <a:pt x="2386333" y="1955799"/>
                </a:lnTo>
                <a:close/>
              </a:path>
              <a:path w="2571750" h="2565400">
                <a:moveTo>
                  <a:pt x="409620" y="2044699"/>
                </a:moveTo>
                <a:lnTo>
                  <a:pt x="390295" y="2044699"/>
                </a:lnTo>
                <a:lnTo>
                  <a:pt x="937323" y="1625599"/>
                </a:lnTo>
                <a:lnTo>
                  <a:pt x="944494" y="1625599"/>
                </a:lnTo>
                <a:lnTo>
                  <a:pt x="924792" y="1650999"/>
                </a:lnTo>
                <a:lnTo>
                  <a:pt x="911713" y="1650999"/>
                </a:lnTo>
                <a:lnTo>
                  <a:pt x="409620" y="2044699"/>
                </a:lnTo>
                <a:close/>
              </a:path>
              <a:path w="2571750" h="2565400">
                <a:moveTo>
                  <a:pt x="2065359" y="2171699"/>
                </a:moveTo>
                <a:lnTo>
                  <a:pt x="2050843" y="2171699"/>
                </a:lnTo>
                <a:lnTo>
                  <a:pt x="1627255" y="1625599"/>
                </a:lnTo>
                <a:lnTo>
                  <a:pt x="1634425" y="1625599"/>
                </a:lnTo>
                <a:lnTo>
                  <a:pt x="1667579" y="1650999"/>
                </a:lnTo>
                <a:lnTo>
                  <a:pt x="1660548" y="1650999"/>
                </a:lnTo>
                <a:lnTo>
                  <a:pt x="2065359" y="2171699"/>
                </a:lnTo>
                <a:close/>
              </a:path>
              <a:path w="2571750" h="2565400">
                <a:moveTo>
                  <a:pt x="455344" y="2260599"/>
                </a:moveTo>
                <a:lnTo>
                  <a:pt x="445612" y="2260599"/>
                </a:lnTo>
                <a:lnTo>
                  <a:pt x="447661" y="2247899"/>
                </a:lnTo>
                <a:lnTo>
                  <a:pt x="911713" y="1650999"/>
                </a:lnTo>
                <a:lnTo>
                  <a:pt x="924792" y="1650999"/>
                </a:lnTo>
                <a:lnTo>
                  <a:pt x="520906" y="2171699"/>
                </a:lnTo>
                <a:lnTo>
                  <a:pt x="537971" y="2171699"/>
                </a:lnTo>
                <a:lnTo>
                  <a:pt x="455344" y="2260599"/>
                </a:lnTo>
                <a:close/>
              </a:path>
              <a:path w="2571750" h="2565400">
                <a:moveTo>
                  <a:pt x="2268528" y="2120899"/>
                </a:moveTo>
                <a:lnTo>
                  <a:pt x="2259820" y="2120899"/>
                </a:lnTo>
                <a:lnTo>
                  <a:pt x="1660548" y="1650999"/>
                </a:lnTo>
                <a:lnTo>
                  <a:pt x="1667579" y="1650999"/>
                </a:lnTo>
                <a:lnTo>
                  <a:pt x="2181454" y="2044699"/>
                </a:lnTo>
                <a:lnTo>
                  <a:pt x="2199144" y="2044699"/>
                </a:lnTo>
                <a:lnTo>
                  <a:pt x="2266479" y="2108199"/>
                </a:lnTo>
                <a:lnTo>
                  <a:pt x="2268528" y="2108199"/>
                </a:lnTo>
                <a:lnTo>
                  <a:pt x="2268528" y="2120899"/>
                </a:lnTo>
                <a:close/>
              </a:path>
              <a:path w="2571750" h="2565400">
                <a:moveTo>
                  <a:pt x="537971" y="2171699"/>
                </a:moveTo>
                <a:lnTo>
                  <a:pt x="520906" y="2171699"/>
                </a:lnTo>
                <a:lnTo>
                  <a:pt x="994689" y="1676399"/>
                </a:lnTo>
                <a:lnTo>
                  <a:pt x="996226" y="1663699"/>
                </a:lnTo>
                <a:lnTo>
                  <a:pt x="999299" y="1663699"/>
                </a:lnTo>
                <a:lnTo>
                  <a:pt x="1003397" y="1676399"/>
                </a:lnTo>
                <a:lnTo>
                  <a:pt x="1002885" y="1676399"/>
                </a:lnTo>
                <a:lnTo>
                  <a:pt x="989013" y="1701799"/>
                </a:lnTo>
                <a:lnTo>
                  <a:pt x="974714" y="1701799"/>
                </a:lnTo>
                <a:lnTo>
                  <a:pt x="537971" y="2171699"/>
                </a:lnTo>
                <a:close/>
              </a:path>
              <a:path w="2571750" h="2565400">
                <a:moveTo>
                  <a:pt x="1913555" y="2285999"/>
                </a:moveTo>
                <a:lnTo>
                  <a:pt x="1901793" y="2285999"/>
                </a:lnTo>
                <a:lnTo>
                  <a:pt x="1568864" y="1676399"/>
                </a:lnTo>
                <a:lnTo>
                  <a:pt x="1568352" y="1676399"/>
                </a:lnTo>
                <a:lnTo>
                  <a:pt x="1572449" y="1663699"/>
                </a:lnTo>
                <a:lnTo>
                  <a:pt x="1575523" y="1663699"/>
                </a:lnTo>
                <a:lnTo>
                  <a:pt x="1577059" y="1676399"/>
                </a:lnTo>
                <a:lnTo>
                  <a:pt x="1601356" y="1701799"/>
                </a:lnTo>
                <a:lnTo>
                  <a:pt x="1597035" y="1701799"/>
                </a:lnTo>
                <a:lnTo>
                  <a:pt x="1913555" y="2285999"/>
                </a:lnTo>
                <a:close/>
              </a:path>
              <a:path w="2571750" h="2565400">
                <a:moveTo>
                  <a:pt x="618736" y="2374899"/>
                </a:moveTo>
                <a:lnTo>
                  <a:pt x="610028" y="2374899"/>
                </a:lnTo>
                <a:lnTo>
                  <a:pt x="974714" y="1701799"/>
                </a:lnTo>
                <a:lnTo>
                  <a:pt x="989013" y="1701799"/>
                </a:lnTo>
                <a:lnTo>
                  <a:pt x="669955" y="2285999"/>
                </a:lnTo>
                <a:lnTo>
                  <a:pt x="679687" y="2285999"/>
                </a:lnTo>
                <a:lnTo>
                  <a:pt x="618736" y="2374899"/>
                </a:lnTo>
                <a:close/>
              </a:path>
              <a:path w="2571750" h="2565400">
                <a:moveTo>
                  <a:pt x="2126137" y="2260599"/>
                </a:moveTo>
                <a:lnTo>
                  <a:pt x="2116917" y="2260599"/>
                </a:lnTo>
                <a:lnTo>
                  <a:pt x="1597035" y="1701799"/>
                </a:lnTo>
                <a:lnTo>
                  <a:pt x="1601356" y="1701799"/>
                </a:lnTo>
                <a:lnTo>
                  <a:pt x="2050843" y="2171699"/>
                </a:lnTo>
                <a:lnTo>
                  <a:pt x="2065359" y="2171699"/>
                </a:lnTo>
                <a:lnTo>
                  <a:pt x="2124600" y="2247899"/>
                </a:lnTo>
                <a:lnTo>
                  <a:pt x="2126137" y="2260599"/>
                </a:lnTo>
                <a:close/>
              </a:path>
              <a:path w="2571750" h="2565400">
                <a:moveTo>
                  <a:pt x="679687" y="2285999"/>
                </a:moveTo>
                <a:lnTo>
                  <a:pt x="669955" y="2285999"/>
                </a:lnTo>
                <a:lnTo>
                  <a:pt x="1059226" y="1714499"/>
                </a:lnTo>
                <a:lnTo>
                  <a:pt x="1068446" y="1714499"/>
                </a:lnTo>
                <a:lnTo>
                  <a:pt x="1054707" y="1752599"/>
                </a:lnTo>
                <a:lnTo>
                  <a:pt x="1045397" y="1752599"/>
                </a:lnTo>
                <a:lnTo>
                  <a:pt x="679687" y="2285999"/>
                </a:lnTo>
                <a:close/>
              </a:path>
              <a:path w="2571750" h="2565400">
                <a:moveTo>
                  <a:pt x="1745866" y="2362199"/>
                </a:moveTo>
                <a:lnTo>
                  <a:pt x="1736865" y="2362199"/>
                </a:lnTo>
                <a:lnTo>
                  <a:pt x="1503303" y="1714499"/>
                </a:lnTo>
                <a:lnTo>
                  <a:pt x="1512522" y="1714499"/>
                </a:lnTo>
                <a:lnTo>
                  <a:pt x="1538474" y="1752599"/>
                </a:lnTo>
                <a:lnTo>
                  <a:pt x="1526352" y="1752599"/>
                </a:lnTo>
                <a:lnTo>
                  <a:pt x="1745866" y="2362199"/>
                </a:lnTo>
                <a:close/>
              </a:path>
              <a:path w="2571750" h="2565400">
                <a:moveTo>
                  <a:pt x="846911" y="2362199"/>
                </a:moveTo>
                <a:lnTo>
                  <a:pt x="834884" y="2362199"/>
                </a:lnTo>
                <a:lnTo>
                  <a:pt x="1129910" y="1739899"/>
                </a:lnTo>
                <a:lnTo>
                  <a:pt x="1139642" y="1739899"/>
                </a:lnTo>
                <a:lnTo>
                  <a:pt x="1132471" y="1777999"/>
                </a:lnTo>
                <a:lnTo>
                  <a:pt x="1122227" y="1777999"/>
                </a:lnTo>
                <a:lnTo>
                  <a:pt x="846911" y="2362199"/>
                </a:lnTo>
                <a:close/>
              </a:path>
              <a:path w="2571750" h="2565400">
                <a:moveTo>
                  <a:pt x="1571720" y="2425699"/>
                </a:moveTo>
                <a:lnTo>
                  <a:pt x="1561181" y="2425699"/>
                </a:lnTo>
                <a:lnTo>
                  <a:pt x="1432107" y="1739899"/>
                </a:lnTo>
                <a:lnTo>
                  <a:pt x="1441839" y="1739899"/>
                </a:lnTo>
                <a:lnTo>
                  <a:pt x="1459902" y="1777999"/>
                </a:lnTo>
                <a:lnTo>
                  <a:pt x="1449522" y="1777999"/>
                </a:lnTo>
                <a:lnTo>
                  <a:pt x="1571720" y="2425699"/>
                </a:lnTo>
                <a:close/>
              </a:path>
              <a:path w="2571750" h="2565400">
                <a:moveTo>
                  <a:pt x="798005" y="2476499"/>
                </a:moveTo>
                <a:lnTo>
                  <a:pt x="794932" y="2476499"/>
                </a:lnTo>
                <a:lnTo>
                  <a:pt x="789810" y="2463799"/>
                </a:lnTo>
                <a:lnTo>
                  <a:pt x="789298" y="2463799"/>
                </a:lnTo>
                <a:lnTo>
                  <a:pt x="1045397" y="1752599"/>
                </a:lnTo>
                <a:lnTo>
                  <a:pt x="1054707" y="1752599"/>
                </a:lnTo>
                <a:lnTo>
                  <a:pt x="834884" y="2362199"/>
                </a:lnTo>
                <a:lnTo>
                  <a:pt x="846911" y="2362199"/>
                </a:lnTo>
                <a:lnTo>
                  <a:pt x="799030" y="2463799"/>
                </a:lnTo>
                <a:lnTo>
                  <a:pt x="798005" y="2476499"/>
                </a:lnTo>
                <a:close/>
              </a:path>
              <a:path w="2571750" h="2565400">
                <a:moveTo>
                  <a:pt x="1020353" y="2425699"/>
                </a:moveTo>
                <a:lnTo>
                  <a:pt x="1010568" y="2425699"/>
                </a:lnTo>
                <a:lnTo>
                  <a:pt x="1204179" y="1765299"/>
                </a:lnTo>
                <a:lnTo>
                  <a:pt x="1204691" y="1752599"/>
                </a:lnTo>
                <a:lnTo>
                  <a:pt x="1212374" y="1752599"/>
                </a:lnTo>
                <a:lnTo>
                  <a:pt x="1214423" y="1765299"/>
                </a:lnTo>
                <a:lnTo>
                  <a:pt x="1213911" y="1765299"/>
                </a:lnTo>
                <a:lnTo>
                  <a:pt x="1212744" y="1803399"/>
                </a:lnTo>
                <a:lnTo>
                  <a:pt x="1202642" y="1803399"/>
                </a:lnTo>
                <a:lnTo>
                  <a:pt x="1020353" y="2425699"/>
                </a:lnTo>
                <a:close/>
              </a:path>
              <a:path w="2571750" h="2565400">
                <a:moveTo>
                  <a:pt x="1388698" y="2451099"/>
                </a:moveTo>
                <a:lnTo>
                  <a:pt x="1378838" y="2451099"/>
                </a:lnTo>
                <a:lnTo>
                  <a:pt x="1357838" y="1765299"/>
                </a:lnTo>
                <a:lnTo>
                  <a:pt x="1359375" y="1752599"/>
                </a:lnTo>
                <a:lnTo>
                  <a:pt x="1367058" y="1752599"/>
                </a:lnTo>
                <a:lnTo>
                  <a:pt x="1367570" y="1765299"/>
                </a:lnTo>
                <a:lnTo>
                  <a:pt x="1378740" y="1803399"/>
                </a:lnTo>
                <a:lnTo>
                  <a:pt x="1369107" y="1803399"/>
                </a:lnTo>
                <a:lnTo>
                  <a:pt x="1388698" y="2451099"/>
                </a:lnTo>
                <a:close/>
              </a:path>
              <a:path w="2571750" h="2565400">
                <a:moveTo>
                  <a:pt x="1961721" y="2374899"/>
                </a:moveTo>
                <a:lnTo>
                  <a:pt x="1953013" y="2374899"/>
                </a:lnTo>
                <a:lnTo>
                  <a:pt x="1526352" y="1752599"/>
                </a:lnTo>
                <a:lnTo>
                  <a:pt x="1538474" y="1752599"/>
                </a:lnTo>
                <a:lnTo>
                  <a:pt x="1901793" y="2285999"/>
                </a:lnTo>
                <a:lnTo>
                  <a:pt x="1913555" y="2285999"/>
                </a:lnTo>
                <a:lnTo>
                  <a:pt x="1961721" y="2374899"/>
                </a:lnTo>
                <a:close/>
              </a:path>
              <a:path w="2571750" h="2565400">
                <a:moveTo>
                  <a:pt x="1204204" y="2451099"/>
                </a:moveTo>
                <a:lnTo>
                  <a:pt x="1192910" y="2451099"/>
                </a:lnTo>
                <a:lnTo>
                  <a:pt x="1279984" y="1765299"/>
                </a:lnTo>
                <a:lnTo>
                  <a:pt x="1291252" y="1765299"/>
                </a:lnTo>
                <a:lnTo>
                  <a:pt x="1296118" y="1803399"/>
                </a:lnTo>
                <a:lnTo>
                  <a:pt x="1285618" y="1803399"/>
                </a:lnTo>
                <a:lnTo>
                  <a:pt x="1204204" y="2451099"/>
                </a:lnTo>
                <a:close/>
              </a:path>
              <a:path w="2571750" h="2565400">
                <a:moveTo>
                  <a:pt x="990592" y="2527299"/>
                </a:moveTo>
                <a:lnTo>
                  <a:pt x="980860" y="2527299"/>
                </a:lnTo>
                <a:lnTo>
                  <a:pt x="1122227" y="1777999"/>
                </a:lnTo>
                <a:lnTo>
                  <a:pt x="1132471" y="1777999"/>
                </a:lnTo>
                <a:lnTo>
                  <a:pt x="1010568" y="2425699"/>
                </a:lnTo>
                <a:lnTo>
                  <a:pt x="1020353" y="2425699"/>
                </a:lnTo>
                <a:lnTo>
                  <a:pt x="990592" y="2527299"/>
                </a:lnTo>
                <a:close/>
              </a:path>
              <a:path w="2571750" h="2565400">
                <a:moveTo>
                  <a:pt x="1776817" y="2476499"/>
                </a:moveTo>
                <a:lnTo>
                  <a:pt x="1773744" y="2476499"/>
                </a:lnTo>
                <a:lnTo>
                  <a:pt x="1772719" y="2463799"/>
                </a:lnTo>
                <a:lnTo>
                  <a:pt x="1449522" y="1777999"/>
                </a:lnTo>
                <a:lnTo>
                  <a:pt x="1459902" y="1777999"/>
                </a:lnTo>
                <a:lnTo>
                  <a:pt x="1736865" y="2362199"/>
                </a:lnTo>
                <a:lnTo>
                  <a:pt x="1745866" y="2362199"/>
                </a:lnTo>
                <a:lnTo>
                  <a:pt x="1782451" y="2463799"/>
                </a:lnTo>
                <a:lnTo>
                  <a:pt x="1781939" y="2463799"/>
                </a:lnTo>
                <a:lnTo>
                  <a:pt x="1776817" y="2476499"/>
                </a:lnTo>
                <a:close/>
              </a:path>
              <a:path w="2571750" h="2565400">
                <a:moveTo>
                  <a:pt x="1189837" y="2565399"/>
                </a:moveTo>
                <a:lnTo>
                  <a:pt x="1179593" y="2565399"/>
                </a:lnTo>
                <a:lnTo>
                  <a:pt x="1202642" y="1803399"/>
                </a:lnTo>
                <a:lnTo>
                  <a:pt x="1212744" y="1803399"/>
                </a:lnTo>
                <a:lnTo>
                  <a:pt x="1192910" y="2451099"/>
                </a:lnTo>
                <a:lnTo>
                  <a:pt x="1204204" y="2451099"/>
                </a:lnTo>
                <a:lnTo>
                  <a:pt x="1189837" y="2565399"/>
                </a:lnTo>
                <a:close/>
              </a:path>
              <a:path w="2571750" h="2565400">
                <a:moveTo>
                  <a:pt x="1392156" y="2565399"/>
                </a:moveTo>
                <a:lnTo>
                  <a:pt x="1381399" y="2565399"/>
                </a:lnTo>
                <a:lnTo>
                  <a:pt x="1285618" y="1803399"/>
                </a:lnTo>
                <a:lnTo>
                  <a:pt x="1296118" y="1803399"/>
                </a:lnTo>
                <a:lnTo>
                  <a:pt x="1378838" y="2451099"/>
                </a:lnTo>
                <a:lnTo>
                  <a:pt x="1388698" y="2451099"/>
                </a:lnTo>
                <a:lnTo>
                  <a:pt x="1392156" y="2565399"/>
                </a:lnTo>
                <a:close/>
              </a:path>
              <a:path w="2571750" h="2565400">
                <a:moveTo>
                  <a:pt x="1590889" y="2527299"/>
                </a:moveTo>
                <a:lnTo>
                  <a:pt x="1581157" y="2527299"/>
                </a:lnTo>
                <a:lnTo>
                  <a:pt x="1369107" y="1803399"/>
                </a:lnTo>
                <a:lnTo>
                  <a:pt x="1378740" y="1803399"/>
                </a:lnTo>
                <a:lnTo>
                  <a:pt x="1561181" y="2425699"/>
                </a:lnTo>
                <a:lnTo>
                  <a:pt x="1571720" y="2425699"/>
                </a:lnTo>
                <a:lnTo>
                  <a:pt x="1590889" y="2527299"/>
                </a:lnTo>
                <a:close/>
              </a:path>
              <a:path w="2571750" h="2565400">
                <a:moveTo>
                  <a:pt x="987007" y="2539999"/>
                </a:moveTo>
                <a:lnTo>
                  <a:pt x="981885" y="2527299"/>
                </a:lnTo>
                <a:lnTo>
                  <a:pt x="990080" y="2527299"/>
                </a:lnTo>
                <a:lnTo>
                  <a:pt x="987007" y="2539999"/>
                </a:lnTo>
                <a:close/>
              </a:path>
              <a:path w="2571750" h="2565400">
                <a:moveTo>
                  <a:pt x="1587303" y="2539999"/>
                </a:moveTo>
                <a:lnTo>
                  <a:pt x="1584742" y="2539999"/>
                </a:lnTo>
                <a:lnTo>
                  <a:pt x="1582181" y="2527299"/>
                </a:lnTo>
                <a:lnTo>
                  <a:pt x="1589864" y="2527299"/>
                </a:lnTo>
                <a:lnTo>
                  <a:pt x="1587303" y="2539999"/>
                </a:lnTo>
                <a:close/>
              </a:path>
            </a:pathLst>
          </a:custGeom>
          <a:solidFill>
            <a:srgbClr val="2B4E4E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6" name="object 6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221170" y="1315065"/>
            <a:ext cx="5845658" cy="646219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54049" y="594994"/>
            <a:ext cx="4188460" cy="11226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520"/>
              <a:t>La</a:t>
            </a:r>
            <a:r>
              <a:rPr dirty="0" spc="-265"/>
              <a:t> </a:t>
            </a:r>
            <a:r>
              <a:rPr dirty="0" spc="-459"/>
              <a:t>Solución</a:t>
            </a:r>
          </a:p>
        </p:txBody>
      </p:sp>
      <p:sp>
        <p:nvSpPr>
          <p:cNvPr id="3" name="object 3" descr=""/>
          <p:cNvSpPr/>
          <p:nvPr/>
        </p:nvSpPr>
        <p:spPr>
          <a:xfrm>
            <a:off x="666749" y="9625012"/>
            <a:ext cx="5753100" cy="0"/>
          </a:xfrm>
          <a:custGeom>
            <a:avLst/>
            <a:gdLst/>
            <a:ahLst/>
            <a:cxnLst/>
            <a:rect l="l" t="t" r="r" b="b"/>
            <a:pathLst>
              <a:path w="5753100" h="0">
                <a:moveTo>
                  <a:pt x="0" y="0"/>
                </a:moveTo>
                <a:lnTo>
                  <a:pt x="5753099" y="0"/>
                </a:lnTo>
              </a:path>
            </a:pathLst>
          </a:custGeom>
          <a:ln w="9524">
            <a:solidFill>
              <a:srgbClr val="F0F4F4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 txBox="1"/>
          <p:nvPr/>
        </p:nvSpPr>
        <p:spPr>
          <a:xfrm>
            <a:off x="654049" y="6477634"/>
            <a:ext cx="6797040" cy="22542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6100"/>
              </a:lnSpc>
              <a:spcBef>
                <a:spcPts val="100"/>
              </a:spcBef>
            </a:pPr>
            <a:r>
              <a:rPr dirty="0" sz="2100" spc="-105">
                <a:solidFill>
                  <a:srgbClr val="F0F4F4"/>
                </a:solidFill>
                <a:latin typeface="Verdana"/>
                <a:cs typeface="Verdana"/>
              </a:rPr>
              <a:t>ECOFRESH</a:t>
            </a:r>
            <a:r>
              <a:rPr dirty="0" sz="2100" spc="-235">
                <a:solidFill>
                  <a:srgbClr val="F0F4F4"/>
                </a:solidFill>
                <a:latin typeface="Verdana"/>
                <a:cs typeface="Verdana"/>
              </a:rPr>
              <a:t> </a:t>
            </a:r>
            <a:r>
              <a:rPr dirty="0" sz="2100" spc="-105">
                <a:solidFill>
                  <a:srgbClr val="F0F4F4"/>
                </a:solidFill>
                <a:latin typeface="Verdana"/>
                <a:cs typeface="Verdana"/>
              </a:rPr>
              <a:t>es</a:t>
            </a:r>
            <a:r>
              <a:rPr dirty="0" sz="2100" spc="-235">
                <a:solidFill>
                  <a:srgbClr val="F0F4F4"/>
                </a:solidFill>
                <a:latin typeface="Verdana"/>
                <a:cs typeface="Verdana"/>
              </a:rPr>
              <a:t> </a:t>
            </a:r>
            <a:r>
              <a:rPr dirty="0" sz="2100" spc="-175">
                <a:solidFill>
                  <a:srgbClr val="F0F4F4"/>
                </a:solidFill>
                <a:latin typeface="Verdana"/>
                <a:cs typeface="Verdana"/>
              </a:rPr>
              <a:t>una</a:t>
            </a:r>
            <a:r>
              <a:rPr dirty="0" sz="2100" spc="-229">
                <a:solidFill>
                  <a:srgbClr val="F0F4F4"/>
                </a:solidFill>
                <a:latin typeface="Verdana"/>
                <a:cs typeface="Verdana"/>
              </a:rPr>
              <a:t> </a:t>
            </a:r>
            <a:r>
              <a:rPr dirty="0" sz="2100" spc="-254" b="1">
                <a:solidFill>
                  <a:srgbClr val="F0F4F4"/>
                </a:solidFill>
                <a:latin typeface="Verdana"/>
                <a:cs typeface="Verdana"/>
              </a:rPr>
              <a:t>mini</a:t>
            </a:r>
            <a:r>
              <a:rPr dirty="0" sz="2100" spc="-185" b="1">
                <a:solidFill>
                  <a:srgbClr val="F0F4F4"/>
                </a:solidFill>
                <a:latin typeface="Verdana"/>
                <a:cs typeface="Verdana"/>
              </a:rPr>
              <a:t> </a:t>
            </a:r>
            <a:r>
              <a:rPr dirty="0" sz="2100" spc="-204" b="1">
                <a:solidFill>
                  <a:srgbClr val="F0F4F4"/>
                </a:solidFill>
                <a:latin typeface="Verdana"/>
                <a:cs typeface="Verdana"/>
              </a:rPr>
              <a:t>refrigeradora</a:t>
            </a:r>
            <a:r>
              <a:rPr dirty="0" sz="2100" spc="-185" b="1">
                <a:solidFill>
                  <a:srgbClr val="F0F4F4"/>
                </a:solidFill>
                <a:latin typeface="Verdana"/>
                <a:cs typeface="Verdana"/>
              </a:rPr>
              <a:t> </a:t>
            </a:r>
            <a:r>
              <a:rPr dirty="0" sz="2100" spc="-85" b="1">
                <a:solidFill>
                  <a:srgbClr val="F0F4F4"/>
                </a:solidFill>
                <a:latin typeface="Verdana"/>
                <a:cs typeface="Verdana"/>
              </a:rPr>
              <a:t>inteligente </a:t>
            </a:r>
            <a:r>
              <a:rPr dirty="0" sz="2100" spc="-130">
                <a:solidFill>
                  <a:srgbClr val="F0F4F4"/>
                </a:solidFill>
                <a:latin typeface="Verdana"/>
                <a:cs typeface="Verdana"/>
              </a:rPr>
              <a:t>equipada</a:t>
            </a:r>
            <a:r>
              <a:rPr dirty="0" sz="2100" spc="-245">
                <a:solidFill>
                  <a:srgbClr val="F0F4F4"/>
                </a:solidFill>
                <a:latin typeface="Verdana"/>
                <a:cs typeface="Verdana"/>
              </a:rPr>
              <a:t> </a:t>
            </a:r>
            <a:r>
              <a:rPr dirty="0" sz="2100" spc="-85">
                <a:solidFill>
                  <a:srgbClr val="F0F4F4"/>
                </a:solidFill>
                <a:latin typeface="Verdana"/>
                <a:cs typeface="Verdana"/>
              </a:rPr>
              <a:t>con</a:t>
            </a:r>
            <a:r>
              <a:rPr dirty="0" sz="2100" spc="-240">
                <a:solidFill>
                  <a:srgbClr val="F0F4F4"/>
                </a:solidFill>
                <a:latin typeface="Verdana"/>
                <a:cs typeface="Verdana"/>
              </a:rPr>
              <a:t> </a:t>
            </a:r>
            <a:r>
              <a:rPr dirty="0" sz="2100" spc="-130">
                <a:solidFill>
                  <a:srgbClr val="F0F4F4"/>
                </a:solidFill>
                <a:latin typeface="Verdana"/>
                <a:cs typeface="Verdana"/>
              </a:rPr>
              <a:t>sensores</a:t>
            </a:r>
            <a:r>
              <a:rPr dirty="0" sz="2100" spc="-240">
                <a:solidFill>
                  <a:srgbClr val="F0F4F4"/>
                </a:solidFill>
                <a:latin typeface="Verdana"/>
                <a:cs typeface="Verdana"/>
              </a:rPr>
              <a:t> </a:t>
            </a:r>
            <a:r>
              <a:rPr dirty="0" sz="2100" spc="-180">
                <a:solidFill>
                  <a:srgbClr val="F0F4F4"/>
                </a:solidFill>
                <a:latin typeface="Verdana"/>
                <a:cs typeface="Verdana"/>
              </a:rPr>
              <a:t>IoT</a:t>
            </a:r>
            <a:r>
              <a:rPr dirty="0" sz="2100" spc="-305">
                <a:solidFill>
                  <a:srgbClr val="F0F4F4"/>
                </a:solidFill>
                <a:latin typeface="Verdana"/>
                <a:cs typeface="Verdana"/>
              </a:rPr>
              <a:t> </a:t>
            </a:r>
            <a:r>
              <a:rPr dirty="0" sz="2100" spc="-114">
                <a:solidFill>
                  <a:srgbClr val="F0F4F4"/>
                </a:solidFill>
                <a:latin typeface="Verdana"/>
                <a:cs typeface="Verdana"/>
              </a:rPr>
              <a:t>que</a:t>
            </a:r>
            <a:r>
              <a:rPr dirty="0" sz="2100" spc="-240">
                <a:solidFill>
                  <a:srgbClr val="F0F4F4"/>
                </a:solidFill>
                <a:latin typeface="Verdana"/>
                <a:cs typeface="Verdana"/>
              </a:rPr>
              <a:t> </a:t>
            </a:r>
            <a:r>
              <a:rPr dirty="0" sz="2100" spc="-155">
                <a:solidFill>
                  <a:srgbClr val="F0F4F4"/>
                </a:solidFill>
                <a:latin typeface="Verdana"/>
                <a:cs typeface="Verdana"/>
              </a:rPr>
              <a:t>optimizan</a:t>
            </a:r>
            <a:r>
              <a:rPr dirty="0" sz="2100" spc="-240">
                <a:solidFill>
                  <a:srgbClr val="F0F4F4"/>
                </a:solidFill>
                <a:latin typeface="Verdana"/>
                <a:cs typeface="Verdana"/>
              </a:rPr>
              <a:t> </a:t>
            </a:r>
            <a:r>
              <a:rPr dirty="0" sz="2100" spc="-150">
                <a:solidFill>
                  <a:srgbClr val="F0F4F4"/>
                </a:solidFill>
                <a:latin typeface="Verdana"/>
                <a:cs typeface="Verdana"/>
              </a:rPr>
              <a:t>la</a:t>
            </a:r>
            <a:r>
              <a:rPr dirty="0" sz="2100" spc="-240">
                <a:solidFill>
                  <a:srgbClr val="F0F4F4"/>
                </a:solidFill>
                <a:latin typeface="Verdana"/>
                <a:cs typeface="Verdana"/>
              </a:rPr>
              <a:t> </a:t>
            </a:r>
            <a:r>
              <a:rPr dirty="0" sz="2100" spc="-95">
                <a:solidFill>
                  <a:srgbClr val="F0F4F4"/>
                </a:solidFill>
                <a:latin typeface="Verdana"/>
                <a:cs typeface="Verdana"/>
              </a:rPr>
              <a:t>conservación </a:t>
            </a:r>
            <a:r>
              <a:rPr dirty="0" sz="2100" spc="-85">
                <a:solidFill>
                  <a:srgbClr val="F0F4F4"/>
                </a:solidFill>
                <a:latin typeface="Verdana"/>
                <a:cs typeface="Verdana"/>
              </a:rPr>
              <a:t>de</a:t>
            </a:r>
            <a:r>
              <a:rPr dirty="0" sz="2100" spc="-245">
                <a:solidFill>
                  <a:srgbClr val="F0F4F4"/>
                </a:solidFill>
                <a:latin typeface="Verdana"/>
                <a:cs typeface="Verdana"/>
              </a:rPr>
              <a:t> </a:t>
            </a:r>
            <a:r>
              <a:rPr dirty="0" sz="2100" spc="-160">
                <a:solidFill>
                  <a:srgbClr val="F0F4F4"/>
                </a:solidFill>
                <a:latin typeface="Verdana"/>
                <a:cs typeface="Verdana"/>
              </a:rPr>
              <a:t>alimentos.</a:t>
            </a:r>
            <a:r>
              <a:rPr dirty="0" sz="2100" spc="-240">
                <a:solidFill>
                  <a:srgbClr val="F0F4F4"/>
                </a:solidFill>
                <a:latin typeface="Verdana"/>
                <a:cs typeface="Verdana"/>
              </a:rPr>
              <a:t> </a:t>
            </a:r>
            <a:r>
              <a:rPr dirty="0" sz="2100" spc="-120">
                <a:solidFill>
                  <a:srgbClr val="F0F4F4"/>
                </a:solidFill>
                <a:latin typeface="Verdana"/>
                <a:cs typeface="Verdana"/>
              </a:rPr>
              <a:t>Monitorea</a:t>
            </a:r>
            <a:r>
              <a:rPr dirty="0" sz="2100" spc="-245">
                <a:solidFill>
                  <a:srgbClr val="F0F4F4"/>
                </a:solidFill>
                <a:latin typeface="Verdana"/>
                <a:cs typeface="Verdana"/>
              </a:rPr>
              <a:t> </a:t>
            </a:r>
            <a:r>
              <a:rPr dirty="0" sz="2100" spc="-130">
                <a:solidFill>
                  <a:srgbClr val="F0F4F4"/>
                </a:solidFill>
                <a:latin typeface="Verdana"/>
                <a:cs typeface="Verdana"/>
              </a:rPr>
              <a:t>en</a:t>
            </a:r>
            <a:r>
              <a:rPr dirty="0" sz="2100" spc="-240">
                <a:solidFill>
                  <a:srgbClr val="F0F4F4"/>
                </a:solidFill>
                <a:latin typeface="Verdana"/>
                <a:cs typeface="Verdana"/>
              </a:rPr>
              <a:t> </a:t>
            </a:r>
            <a:r>
              <a:rPr dirty="0" sz="2100" spc="-130">
                <a:solidFill>
                  <a:srgbClr val="F0F4F4"/>
                </a:solidFill>
                <a:latin typeface="Verdana"/>
                <a:cs typeface="Verdana"/>
              </a:rPr>
              <a:t>tiempo</a:t>
            </a:r>
            <a:r>
              <a:rPr dirty="0" sz="2100" spc="-240">
                <a:solidFill>
                  <a:srgbClr val="F0F4F4"/>
                </a:solidFill>
                <a:latin typeface="Verdana"/>
                <a:cs typeface="Verdana"/>
              </a:rPr>
              <a:t> </a:t>
            </a:r>
            <a:r>
              <a:rPr dirty="0" sz="2100" spc="-150">
                <a:solidFill>
                  <a:srgbClr val="F0F4F4"/>
                </a:solidFill>
                <a:latin typeface="Verdana"/>
                <a:cs typeface="Verdana"/>
              </a:rPr>
              <a:t>real</a:t>
            </a:r>
            <a:r>
              <a:rPr dirty="0" sz="2100" spc="-245">
                <a:solidFill>
                  <a:srgbClr val="F0F4F4"/>
                </a:solidFill>
                <a:latin typeface="Verdana"/>
                <a:cs typeface="Verdana"/>
              </a:rPr>
              <a:t> </a:t>
            </a:r>
            <a:r>
              <a:rPr dirty="0" sz="2100" spc="-150">
                <a:solidFill>
                  <a:srgbClr val="F0F4F4"/>
                </a:solidFill>
                <a:latin typeface="Verdana"/>
                <a:cs typeface="Verdana"/>
              </a:rPr>
              <a:t>la</a:t>
            </a:r>
            <a:r>
              <a:rPr dirty="0" sz="2100" spc="-240">
                <a:solidFill>
                  <a:srgbClr val="F0F4F4"/>
                </a:solidFill>
                <a:latin typeface="Verdana"/>
                <a:cs typeface="Verdana"/>
              </a:rPr>
              <a:t> </a:t>
            </a:r>
            <a:r>
              <a:rPr dirty="0" sz="2100" spc="-65">
                <a:solidFill>
                  <a:srgbClr val="F0F4F4"/>
                </a:solidFill>
                <a:latin typeface="Verdana"/>
                <a:cs typeface="Verdana"/>
              </a:rPr>
              <a:t>temperatura, </a:t>
            </a:r>
            <a:r>
              <a:rPr dirty="0" sz="2100" spc="-150">
                <a:solidFill>
                  <a:srgbClr val="F0F4F4"/>
                </a:solidFill>
                <a:latin typeface="Verdana"/>
                <a:cs typeface="Verdana"/>
              </a:rPr>
              <a:t>humedad</a:t>
            </a:r>
            <a:r>
              <a:rPr dirty="0" sz="2100" spc="-310">
                <a:solidFill>
                  <a:srgbClr val="F0F4F4"/>
                </a:solidFill>
                <a:latin typeface="Verdana"/>
                <a:cs typeface="Verdana"/>
              </a:rPr>
              <a:t> </a:t>
            </a:r>
            <a:r>
              <a:rPr dirty="0" sz="2100" spc="-180">
                <a:solidFill>
                  <a:srgbClr val="F0F4F4"/>
                </a:solidFill>
                <a:latin typeface="Verdana"/>
                <a:cs typeface="Verdana"/>
              </a:rPr>
              <a:t>y</a:t>
            </a:r>
            <a:r>
              <a:rPr dirty="0" sz="2100" spc="-310">
                <a:solidFill>
                  <a:srgbClr val="F0F4F4"/>
                </a:solidFill>
                <a:latin typeface="Verdana"/>
                <a:cs typeface="Verdana"/>
              </a:rPr>
              <a:t> </a:t>
            </a:r>
            <a:r>
              <a:rPr dirty="0" sz="2100" spc="-110">
                <a:solidFill>
                  <a:srgbClr val="F0F4F4"/>
                </a:solidFill>
                <a:latin typeface="Verdana"/>
                <a:cs typeface="Verdana"/>
              </a:rPr>
              <a:t>calidad</a:t>
            </a:r>
            <a:r>
              <a:rPr dirty="0" sz="2100" spc="-240">
                <a:solidFill>
                  <a:srgbClr val="F0F4F4"/>
                </a:solidFill>
                <a:latin typeface="Verdana"/>
                <a:cs typeface="Verdana"/>
              </a:rPr>
              <a:t> </a:t>
            </a:r>
            <a:r>
              <a:rPr dirty="0" sz="2100" spc="-95">
                <a:solidFill>
                  <a:srgbClr val="F0F4F4"/>
                </a:solidFill>
                <a:latin typeface="Verdana"/>
                <a:cs typeface="Verdana"/>
              </a:rPr>
              <a:t>del</a:t>
            </a:r>
            <a:r>
              <a:rPr dirty="0" sz="2100" spc="-245">
                <a:solidFill>
                  <a:srgbClr val="F0F4F4"/>
                </a:solidFill>
                <a:latin typeface="Verdana"/>
                <a:cs typeface="Verdana"/>
              </a:rPr>
              <a:t> </a:t>
            </a:r>
            <a:r>
              <a:rPr dirty="0" sz="2100" spc="-185">
                <a:solidFill>
                  <a:srgbClr val="F0F4F4"/>
                </a:solidFill>
                <a:latin typeface="Verdana"/>
                <a:cs typeface="Verdana"/>
              </a:rPr>
              <a:t>aire,</a:t>
            </a:r>
            <a:r>
              <a:rPr dirty="0" sz="2100" spc="-240">
                <a:solidFill>
                  <a:srgbClr val="F0F4F4"/>
                </a:solidFill>
                <a:latin typeface="Verdana"/>
                <a:cs typeface="Verdana"/>
              </a:rPr>
              <a:t> </a:t>
            </a:r>
            <a:r>
              <a:rPr dirty="0" sz="2100" spc="-130">
                <a:solidFill>
                  <a:srgbClr val="F0F4F4"/>
                </a:solidFill>
                <a:latin typeface="Verdana"/>
                <a:cs typeface="Verdana"/>
              </a:rPr>
              <a:t>permitiendo</a:t>
            </a:r>
            <a:r>
              <a:rPr dirty="0" sz="2100" spc="-245">
                <a:solidFill>
                  <a:srgbClr val="F0F4F4"/>
                </a:solidFill>
                <a:latin typeface="Verdana"/>
                <a:cs typeface="Verdana"/>
              </a:rPr>
              <a:t> </a:t>
            </a:r>
            <a:r>
              <a:rPr dirty="0" sz="2100" spc="-185">
                <a:solidFill>
                  <a:srgbClr val="F0F4F4"/>
                </a:solidFill>
                <a:latin typeface="Verdana"/>
                <a:cs typeface="Verdana"/>
              </a:rPr>
              <a:t>a</a:t>
            </a:r>
            <a:r>
              <a:rPr dirty="0" sz="2100" spc="-240">
                <a:solidFill>
                  <a:srgbClr val="F0F4F4"/>
                </a:solidFill>
                <a:latin typeface="Verdana"/>
                <a:cs typeface="Verdana"/>
              </a:rPr>
              <a:t> </a:t>
            </a:r>
            <a:r>
              <a:rPr dirty="0" sz="2100" spc="-110">
                <a:solidFill>
                  <a:srgbClr val="F0F4F4"/>
                </a:solidFill>
                <a:latin typeface="Verdana"/>
                <a:cs typeface="Verdana"/>
              </a:rPr>
              <a:t>los</a:t>
            </a:r>
            <a:r>
              <a:rPr dirty="0" sz="2100" spc="-245">
                <a:solidFill>
                  <a:srgbClr val="F0F4F4"/>
                </a:solidFill>
                <a:latin typeface="Verdana"/>
                <a:cs typeface="Verdana"/>
              </a:rPr>
              <a:t> </a:t>
            </a:r>
            <a:r>
              <a:rPr dirty="0" sz="2100" spc="-10">
                <a:solidFill>
                  <a:srgbClr val="F0F4F4"/>
                </a:solidFill>
                <a:latin typeface="Verdana"/>
                <a:cs typeface="Verdana"/>
              </a:rPr>
              <a:t>usuarios </a:t>
            </a:r>
            <a:r>
              <a:rPr dirty="0" sz="2100" spc="-145">
                <a:solidFill>
                  <a:srgbClr val="F0F4F4"/>
                </a:solidFill>
                <a:latin typeface="Verdana"/>
                <a:cs typeface="Verdana"/>
              </a:rPr>
              <a:t>supervisar</a:t>
            </a:r>
            <a:r>
              <a:rPr dirty="0" sz="2100" spc="-305">
                <a:solidFill>
                  <a:srgbClr val="F0F4F4"/>
                </a:solidFill>
                <a:latin typeface="Verdana"/>
                <a:cs typeface="Verdana"/>
              </a:rPr>
              <a:t> </a:t>
            </a:r>
            <a:r>
              <a:rPr dirty="0" sz="2100" spc="-140">
                <a:solidFill>
                  <a:srgbClr val="F0F4F4"/>
                </a:solidFill>
                <a:latin typeface="Verdana"/>
                <a:cs typeface="Verdana"/>
              </a:rPr>
              <a:t>sus</a:t>
            </a:r>
            <a:r>
              <a:rPr dirty="0" sz="2100" spc="-240">
                <a:solidFill>
                  <a:srgbClr val="F0F4F4"/>
                </a:solidFill>
                <a:latin typeface="Verdana"/>
                <a:cs typeface="Verdana"/>
              </a:rPr>
              <a:t> </a:t>
            </a:r>
            <a:r>
              <a:rPr dirty="0" sz="2100" spc="-145">
                <a:solidFill>
                  <a:srgbClr val="F0F4F4"/>
                </a:solidFill>
                <a:latin typeface="Verdana"/>
                <a:cs typeface="Verdana"/>
              </a:rPr>
              <a:t>alimentos</a:t>
            </a:r>
            <a:r>
              <a:rPr dirty="0" sz="2100" spc="-240">
                <a:solidFill>
                  <a:srgbClr val="F0F4F4"/>
                </a:solidFill>
                <a:latin typeface="Verdana"/>
                <a:cs typeface="Verdana"/>
              </a:rPr>
              <a:t> </a:t>
            </a:r>
            <a:r>
              <a:rPr dirty="0" sz="2100" spc="-95">
                <a:solidFill>
                  <a:srgbClr val="F0F4F4"/>
                </a:solidFill>
                <a:latin typeface="Verdana"/>
                <a:cs typeface="Verdana"/>
              </a:rPr>
              <a:t>desde</a:t>
            </a:r>
            <a:r>
              <a:rPr dirty="0" sz="2100" spc="-240">
                <a:solidFill>
                  <a:srgbClr val="F0F4F4"/>
                </a:solidFill>
                <a:latin typeface="Verdana"/>
                <a:cs typeface="Verdana"/>
              </a:rPr>
              <a:t> </a:t>
            </a:r>
            <a:r>
              <a:rPr dirty="0" sz="2100" spc="-140">
                <a:solidFill>
                  <a:srgbClr val="F0F4F4"/>
                </a:solidFill>
                <a:latin typeface="Verdana"/>
                <a:cs typeface="Verdana"/>
              </a:rPr>
              <a:t>su</a:t>
            </a:r>
            <a:r>
              <a:rPr dirty="0" sz="2100" spc="-235">
                <a:solidFill>
                  <a:srgbClr val="F0F4F4"/>
                </a:solidFill>
                <a:latin typeface="Verdana"/>
                <a:cs typeface="Verdana"/>
              </a:rPr>
              <a:t> </a:t>
            </a:r>
            <a:r>
              <a:rPr dirty="0" sz="2100" spc="-114">
                <a:solidFill>
                  <a:srgbClr val="F0F4F4"/>
                </a:solidFill>
                <a:latin typeface="Verdana"/>
                <a:cs typeface="Verdana"/>
              </a:rPr>
              <a:t>celular</a:t>
            </a:r>
            <a:r>
              <a:rPr dirty="0" sz="2100" spc="-305">
                <a:solidFill>
                  <a:srgbClr val="F0F4F4"/>
                </a:solidFill>
                <a:latin typeface="Verdana"/>
                <a:cs typeface="Verdana"/>
              </a:rPr>
              <a:t> </a:t>
            </a:r>
            <a:r>
              <a:rPr dirty="0" sz="2100" spc="-165">
                <a:solidFill>
                  <a:srgbClr val="F0F4F4"/>
                </a:solidFill>
                <a:latin typeface="Verdana"/>
                <a:cs typeface="Verdana"/>
              </a:rPr>
              <a:t>para</a:t>
            </a:r>
            <a:r>
              <a:rPr dirty="0" sz="2100" spc="-240">
                <a:solidFill>
                  <a:srgbClr val="F0F4F4"/>
                </a:solidFill>
                <a:latin typeface="Verdana"/>
                <a:cs typeface="Verdana"/>
              </a:rPr>
              <a:t> </a:t>
            </a:r>
            <a:r>
              <a:rPr dirty="0" sz="2100" spc="-10">
                <a:solidFill>
                  <a:srgbClr val="F0F4F4"/>
                </a:solidFill>
                <a:latin typeface="Verdana"/>
                <a:cs typeface="Verdana"/>
              </a:rPr>
              <a:t>evitar </a:t>
            </a:r>
            <a:r>
              <a:rPr dirty="0" sz="2100" spc="-45">
                <a:solidFill>
                  <a:srgbClr val="F0F4F4"/>
                </a:solidFill>
                <a:latin typeface="Verdana"/>
                <a:cs typeface="Verdana"/>
              </a:rPr>
              <a:t>desperdicios.</a:t>
            </a:r>
            <a:endParaRPr sz="21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2026-04-23T15:22:54Z</dcterms:created>
  <dcterms:modified xsi:type="dcterms:W3CDTF">2026-04-23T15:22:54Z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2026-04-23T00:00:00Z</vt:filetime>
  </property>
  <property fmtid="{D5CDD505-2E9C-101B-9397-08002B2CF9AE}" pid="3" name="Creator">
    <vt:lpwstr>PDFium</vt:lpwstr>
  </property>
  <property fmtid="{D5CDD505-2E9C-101B-9397-08002B2CF9AE}" pid="4" name="Producer">
    <vt:lpwstr>PDFium</vt:lpwstr>
  </property>
  <property fmtid="{D5CDD505-2E9C-101B-9397-08002B2CF9AE}" pid="5" name="LastSaved">
    <vt:filetime>2026-04-23T00:00:00Z</vt:filetime>
  </property>
</Properties>
</file>